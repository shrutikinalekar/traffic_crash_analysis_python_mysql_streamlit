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6"/>
  </p:notesMasterIdLst>
  <p:handoutMasterIdLst>
    <p:handoutMasterId r:id="rId17"/>
  </p:handoutMasterIdLst>
  <p:sldIdLst>
    <p:sldId id="292" r:id="rId5"/>
    <p:sldId id="299" r:id="rId6"/>
    <p:sldId id="297" r:id="rId7"/>
    <p:sldId id="261" r:id="rId8"/>
    <p:sldId id="298" r:id="rId9"/>
    <p:sldId id="279" r:id="rId10"/>
    <p:sldId id="276" r:id="rId11"/>
    <p:sldId id="293" r:id="rId12"/>
    <p:sldId id="268" r:id="rId13"/>
    <p:sldId id="295" r:id="rId14"/>
    <p:sldId id="289" r:id="rId1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536" userDrawn="1">
          <p15:clr>
            <a:srgbClr val="A4A3A4"/>
          </p15:clr>
        </p15:guide>
        <p15:guide id="2" pos="312"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84400"/>
    <a:srgbClr val="446992"/>
    <a:srgbClr val="AEC2D8"/>
    <a:srgbClr val="98432A"/>
    <a:srgbClr val="44678D"/>
    <a:srgbClr val="263E5A"/>
    <a:srgbClr val="D6E0EB"/>
    <a:srgbClr val="728DAB"/>
    <a:srgbClr val="C95B3A"/>
    <a:srgbClr val="2D4C6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9DCAF9ED-07DC-4A11-8D7F-57B35C25682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5653" autoAdjust="0"/>
    <p:restoredTop sz="94902" autoAdjust="0"/>
  </p:normalViewPr>
  <p:slideViewPr>
    <p:cSldViewPr snapToGrid="0" showGuides="1">
      <p:cViewPr>
        <p:scale>
          <a:sx n="75" d="100"/>
          <a:sy n="75" d="100"/>
        </p:scale>
        <p:origin x="485" y="125"/>
      </p:cViewPr>
      <p:guideLst>
        <p:guide orient="horz" pos="1536"/>
        <p:guide pos="312"/>
      </p:guideLst>
    </p:cSldViewPr>
  </p:slideViewPr>
  <p:outlineViewPr>
    <p:cViewPr>
      <p:scale>
        <a:sx n="33" d="100"/>
        <a:sy n="33" d="100"/>
      </p:scale>
      <p:origin x="0" y="-3667"/>
    </p:cViewPr>
  </p:outlineViewPr>
  <p:notesTextViewPr>
    <p:cViewPr>
      <p:scale>
        <a:sx n="1" d="1"/>
        <a:sy n="1" d="1"/>
      </p:scale>
      <p:origin x="0" y="0"/>
    </p:cViewPr>
  </p:notesTextViewPr>
  <p:sorterViewPr>
    <p:cViewPr>
      <p:scale>
        <a:sx n="150" d="100"/>
        <a:sy n="150" d="100"/>
      </p:scale>
      <p:origin x="0" y="0"/>
    </p:cViewPr>
  </p:sorterViewPr>
  <p:notesViewPr>
    <p:cSldViewPr snapToGrid="0">
      <p:cViewPr varScale="1">
        <p:scale>
          <a:sx n="58" d="100"/>
          <a:sy n="58" d="100"/>
        </p:scale>
        <p:origin x="2491" y="67"/>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8/10/relationships/authors" Target="authors.xml"/></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66480AC-C0DE-4E5E-9ECD-9AE37E3FCB79}" type="doc">
      <dgm:prSet loTypeId="urn:microsoft.com/office/officeart/2016/7/layout/BasicTimeline" loCatId="timeline" qsTypeId="urn:microsoft.com/office/officeart/2005/8/quickstyle/simple1" qsCatId="simple" csTypeId="urn:microsoft.com/office/officeart/2005/8/colors/accent2_2" csCatId="accent2" phldr="1"/>
      <dgm:spPr/>
      <dgm:t>
        <a:bodyPr/>
        <a:lstStyle/>
        <a:p>
          <a:endParaRPr lang="en-US"/>
        </a:p>
      </dgm:t>
    </dgm:pt>
    <dgm:pt modelId="{A8C03FBB-4A75-4460-AEA6-DEAEB9C61496}">
      <dgm:prSet phldrT="[Text]" phldr="0"/>
      <dgm:spPr/>
      <dgm:t>
        <a:bodyPr/>
        <a:lstStyle/>
        <a:p>
          <a:pPr>
            <a:defRPr b="1"/>
          </a:pPr>
          <a:r>
            <a:rPr lang="en-US" dirty="0">
              <a:solidFill>
                <a:schemeClr val="accent2">
                  <a:lumMod val="60000"/>
                  <a:lumOff val="40000"/>
                </a:schemeClr>
              </a:solidFill>
              <a:latin typeface="+mn-lt"/>
            </a:rPr>
            <a:t>Step 1</a:t>
          </a:r>
        </a:p>
      </dgm:t>
    </dgm:pt>
    <dgm:pt modelId="{4E972F7F-4B1B-47AA-A25B-1FFC561F1C76}" type="parTrans" cxnId="{D3D81948-D963-4D1E-AE16-9705EAF510FC}">
      <dgm:prSet/>
      <dgm:spPr/>
      <dgm:t>
        <a:bodyPr/>
        <a:lstStyle/>
        <a:p>
          <a:pPr algn="ctr"/>
          <a:endParaRPr lang="en-US">
            <a:latin typeface="+mn-lt"/>
          </a:endParaRPr>
        </a:p>
      </dgm:t>
    </dgm:pt>
    <dgm:pt modelId="{67361508-930A-4A23-8CFC-BB56DA645C3C}" type="sibTrans" cxnId="{D3D81948-D963-4D1E-AE16-9705EAF510FC}">
      <dgm:prSet/>
      <dgm:spPr/>
      <dgm:t>
        <a:bodyPr/>
        <a:lstStyle/>
        <a:p>
          <a:pPr algn="ctr"/>
          <a:endParaRPr lang="en-US">
            <a:latin typeface="+mn-lt"/>
          </a:endParaRPr>
        </a:p>
      </dgm:t>
    </dgm:pt>
    <dgm:pt modelId="{91969DED-4CB8-4A14-A50B-3F7B848E46B5}">
      <dgm:prSet phldrT="[Text]" phldr="0"/>
      <dgm:spPr/>
      <dgm:t>
        <a:bodyPr/>
        <a:lstStyle/>
        <a:p>
          <a:pPr>
            <a:defRPr b="1"/>
          </a:pPr>
          <a:r>
            <a:rPr lang="en-US" dirty="0">
              <a:solidFill>
                <a:schemeClr val="accent2">
                  <a:lumMod val="60000"/>
                  <a:lumOff val="40000"/>
                </a:schemeClr>
              </a:solidFill>
              <a:latin typeface="+mn-lt"/>
            </a:rPr>
            <a:t>Step2</a:t>
          </a:r>
        </a:p>
      </dgm:t>
    </dgm:pt>
    <dgm:pt modelId="{441CD73D-85E1-42A6-BCF8-362A3247E2F3}" type="parTrans" cxnId="{537F2ED0-8BD0-4AD5-B60D-89B660EDA1AC}">
      <dgm:prSet/>
      <dgm:spPr/>
      <dgm:t>
        <a:bodyPr/>
        <a:lstStyle/>
        <a:p>
          <a:pPr algn="ctr"/>
          <a:endParaRPr lang="en-US">
            <a:latin typeface="+mn-lt"/>
          </a:endParaRPr>
        </a:p>
      </dgm:t>
    </dgm:pt>
    <dgm:pt modelId="{81CA8AA2-C0C3-4381-BA8B-413EDD578B83}" type="sibTrans" cxnId="{537F2ED0-8BD0-4AD5-B60D-89B660EDA1AC}">
      <dgm:prSet/>
      <dgm:spPr/>
      <dgm:t>
        <a:bodyPr/>
        <a:lstStyle/>
        <a:p>
          <a:pPr algn="ctr"/>
          <a:endParaRPr lang="en-US">
            <a:latin typeface="+mn-lt"/>
          </a:endParaRPr>
        </a:p>
      </dgm:t>
    </dgm:pt>
    <dgm:pt modelId="{8A04F340-E8E1-4146-9905-E7ADCAEAABD7}">
      <dgm:prSet phldrT="[Text]" phldr="0" custT="1"/>
      <dgm:spPr/>
      <dgm:t>
        <a:bodyPr/>
        <a:lstStyle/>
        <a:p>
          <a:r>
            <a:rPr lang="en-US" sz="1800" dirty="0">
              <a:latin typeface="+mn-lt"/>
            </a:rPr>
            <a:t>Generating Queries and Analyzing Outcomes.</a:t>
          </a:r>
        </a:p>
      </dgm:t>
    </dgm:pt>
    <dgm:pt modelId="{4EBD5EC2-45ED-4ED6-8376-97D155A911AE}" type="parTrans" cxnId="{E636BFFB-0404-4D4B-B3F0-C64FDFD9DDEF}">
      <dgm:prSet/>
      <dgm:spPr/>
      <dgm:t>
        <a:bodyPr/>
        <a:lstStyle/>
        <a:p>
          <a:pPr algn="ctr"/>
          <a:endParaRPr lang="en-US">
            <a:latin typeface="+mn-lt"/>
          </a:endParaRPr>
        </a:p>
      </dgm:t>
    </dgm:pt>
    <dgm:pt modelId="{F9CD2A04-6A34-4104-A971-391788B88F55}" type="sibTrans" cxnId="{E636BFFB-0404-4D4B-B3F0-C64FDFD9DDEF}">
      <dgm:prSet/>
      <dgm:spPr/>
      <dgm:t>
        <a:bodyPr/>
        <a:lstStyle/>
        <a:p>
          <a:pPr algn="ctr"/>
          <a:endParaRPr lang="en-US">
            <a:latin typeface="+mn-lt"/>
          </a:endParaRPr>
        </a:p>
      </dgm:t>
    </dgm:pt>
    <dgm:pt modelId="{3CC73758-10C1-47F8-AFA7-1A986D4DDD60}">
      <dgm:prSet phldrT="[Text]" phldr="0"/>
      <dgm:spPr/>
      <dgm:t>
        <a:bodyPr/>
        <a:lstStyle/>
        <a:p>
          <a:pPr>
            <a:defRPr b="1"/>
          </a:pPr>
          <a:r>
            <a:rPr lang="en-US" dirty="0">
              <a:solidFill>
                <a:schemeClr val="accent2">
                  <a:lumMod val="60000"/>
                  <a:lumOff val="40000"/>
                </a:schemeClr>
              </a:solidFill>
              <a:latin typeface="+mn-lt"/>
            </a:rPr>
            <a:t>Step3</a:t>
          </a:r>
        </a:p>
      </dgm:t>
    </dgm:pt>
    <dgm:pt modelId="{FF6AE4B6-4A2F-49EE-9316-9AF55E77838B}" type="parTrans" cxnId="{4A69F85D-5C15-48FD-893A-B3050E1BADEB}">
      <dgm:prSet/>
      <dgm:spPr/>
      <dgm:t>
        <a:bodyPr/>
        <a:lstStyle/>
        <a:p>
          <a:pPr algn="ctr"/>
          <a:endParaRPr lang="en-US">
            <a:latin typeface="+mn-lt"/>
          </a:endParaRPr>
        </a:p>
      </dgm:t>
    </dgm:pt>
    <dgm:pt modelId="{D8170BBA-6035-4773-8431-FEDD687647FF}" type="sibTrans" cxnId="{4A69F85D-5C15-48FD-893A-B3050E1BADEB}">
      <dgm:prSet/>
      <dgm:spPr/>
      <dgm:t>
        <a:bodyPr/>
        <a:lstStyle/>
        <a:p>
          <a:pPr algn="ctr"/>
          <a:endParaRPr lang="en-US">
            <a:latin typeface="+mn-lt"/>
          </a:endParaRPr>
        </a:p>
      </dgm:t>
    </dgm:pt>
    <dgm:pt modelId="{FD9CA14A-483C-4869-B0C1-7C5FB7EEDBCC}">
      <dgm:prSet phldrT="[Text]" phldr="0" custT="1"/>
      <dgm:spPr/>
      <dgm:t>
        <a:bodyPr/>
        <a:lstStyle/>
        <a:p>
          <a:r>
            <a:rPr lang="en-US" sz="1800" dirty="0">
              <a:latin typeface="+mn-lt"/>
            </a:rPr>
            <a:t> Creating CSV of </a:t>
          </a:r>
        </a:p>
        <a:p>
          <a:r>
            <a:rPr lang="en-US" sz="1800" dirty="0" err="1">
              <a:latin typeface="+mn-lt"/>
            </a:rPr>
            <a:t>Usecase</a:t>
          </a:r>
          <a:r>
            <a:rPr lang="en-US" sz="1800" dirty="0">
              <a:latin typeface="+mn-lt"/>
            </a:rPr>
            <a:t> , Query , SQL Statement and Analysis.</a:t>
          </a:r>
        </a:p>
      </dgm:t>
    </dgm:pt>
    <dgm:pt modelId="{8182A92F-45BA-4CD1-8E43-0B0810A50FEB}" type="parTrans" cxnId="{5EDA943F-300F-408A-A52E-3D5140FD5C22}">
      <dgm:prSet/>
      <dgm:spPr/>
      <dgm:t>
        <a:bodyPr/>
        <a:lstStyle/>
        <a:p>
          <a:pPr algn="ctr"/>
          <a:endParaRPr lang="en-US">
            <a:latin typeface="+mn-lt"/>
          </a:endParaRPr>
        </a:p>
      </dgm:t>
    </dgm:pt>
    <dgm:pt modelId="{914BB93C-EA8A-4B5B-8F06-30DA7C7F4B7B}" type="sibTrans" cxnId="{5EDA943F-300F-408A-A52E-3D5140FD5C22}">
      <dgm:prSet/>
      <dgm:spPr/>
      <dgm:t>
        <a:bodyPr/>
        <a:lstStyle/>
        <a:p>
          <a:pPr algn="ctr"/>
          <a:endParaRPr lang="en-US">
            <a:latin typeface="+mn-lt"/>
          </a:endParaRPr>
        </a:p>
      </dgm:t>
    </dgm:pt>
    <dgm:pt modelId="{D2FE027B-4161-41E1-B4D4-02AECB2E3FA0}">
      <dgm:prSet phldrT="[Text]" phldr="0"/>
      <dgm:spPr/>
      <dgm:t>
        <a:bodyPr/>
        <a:lstStyle/>
        <a:p>
          <a:pPr>
            <a:defRPr b="1"/>
          </a:pPr>
          <a:r>
            <a:rPr lang="en-US" dirty="0">
              <a:solidFill>
                <a:schemeClr val="accent2">
                  <a:lumMod val="60000"/>
                  <a:lumOff val="40000"/>
                </a:schemeClr>
              </a:solidFill>
              <a:latin typeface="+mn-lt"/>
            </a:rPr>
            <a:t>Step4</a:t>
          </a:r>
        </a:p>
      </dgm:t>
    </dgm:pt>
    <dgm:pt modelId="{88680CFE-3CE0-4842-B3D3-716D3B671238}" type="parTrans" cxnId="{4F4F82A2-02F1-492B-96C1-46C070BEFCE3}">
      <dgm:prSet/>
      <dgm:spPr/>
      <dgm:t>
        <a:bodyPr/>
        <a:lstStyle/>
        <a:p>
          <a:pPr algn="ctr"/>
          <a:endParaRPr lang="en-US">
            <a:latin typeface="+mn-lt"/>
          </a:endParaRPr>
        </a:p>
      </dgm:t>
    </dgm:pt>
    <dgm:pt modelId="{4D59E06B-629C-40B5-96D3-423B7A56C945}" type="sibTrans" cxnId="{4F4F82A2-02F1-492B-96C1-46C070BEFCE3}">
      <dgm:prSet/>
      <dgm:spPr/>
      <dgm:t>
        <a:bodyPr/>
        <a:lstStyle/>
        <a:p>
          <a:pPr algn="ctr"/>
          <a:endParaRPr lang="en-US">
            <a:latin typeface="+mn-lt"/>
          </a:endParaRPr>
        </a:p>
      </dgm:t>
    </dgm:pt>
    <dgm:pt modelId="{2BE415B7-7185-4956-8487-237B40BC0EE5}">
      <dgm:prSet phldrT="[Text]" phldr="0" custT="1"/>
      <dgm:spPr/>
      <dgm:t>
        <a:bodyPr/>
        <a:lstStyle/>
        <a:p>
          <a:r>
            <a:rPr lang="en-US" sz="1800" dirty="0">
              <a:latin typeface="+mn-lt"/>
            </a:rPr>
            <a:t>Showcasing results using </a:t>
          </a:r>
          <a:r>
            <a:rPr lang="en-US" sz="1800" dirty="0" err="1">
              <a:latin typeface="+mn-lt"/>
            </a:rPr>
            <a:t>Streamlit</a:t>
          </a:r>
          <a:r>
            <a:rPr lang="en-US" sz="1800" dirty="0">
              <a:latin typeface="+mn-lt"/>
            </a:rPr>
            <a:t> interface.</a:t>
          </a:r>
        </a:p>
      </dgm:t>
    </dgm:pt>
    <dgm:pt modelId="{A38E847E-0D1D-4F40-9A71-4D5999ADE08B}" type="parTrans" cxnId="{CB32A309-9CA9-4554-941D-519A91A9E733}">
      <dgm:prSet/>
      <dgm:spPr/>
      <dgm:t>
        <a:bodyPr/>
        <a:lstStyle/>
        <a:p>
          <a:pPr algn="ctr"/>
          <a:endParaRPr lang="en-US">
            <a:latin typeface="+mn-lt"/>
          </a:endParaRPr>
        </a:p>
      </dgm:t>
    </dgm:pt>
    <dgm:pt modelId="{F0D1C61C-E3F2-49BA-A2D8-C04A81308E5D}" type="sibTrans" cxnId="{CB32A309-9CA9-4554-941D-519A91A9E733}">
      <dgm:prSet/>
      <dgm:spPr/>
      <dgm:t>
        <a:bodyPr/>
        <a:lstStyle/>
        <a:p>
          <a:pPr algn="ctr"/>
          <a:endParaRPr lang="en-US">
            <a:latin typeface="+mn-lt"/>
          </a:endParaRPr>
        </a:p>
      </dgm:t>
    </dgm:pt>
    <dgm:pt modelId="{5E71F362-34DF-4EEC-92A3-0EFE450E05E4}">
      <dgm:prSet phldrT="[Text]" phldr="0" custT="1"/>
      <dgm:spPr/>
      <dgm:t>
        <a:bodyPr/>
        <a:lstStyle/>
        <a:p>
          <a:r>
            <a:rPr lang="en-US" sz="1800" dirty="0">
              <a:latin typeface="+mn-lt"/>
            </a:rPr>
            <a:t>Uploading Data to MySQL</a:t>
          </a:r>
        </a:p>
      </dgm:t>
    </dgm:pt>
    <dgm:pt modelId="{8E5EE4D1-908E-455C-B8B3-281AD42DEC9A}" type="parTrans" cxnId="{A5C0BEFC-CA75-4D68-9730-FB1175EFAA94}">
      <dgm:prSet/>
      <dgm:spPr/>
      <dgm:t>
        <a:bodyPr/>
        <a:lstStyle/>
        <a:p>
          <a:pPr algn="ctr"/>
          <a:endParaRPr lang="en-US">
            <a:latin typeface="+mn-lt"/>
          </a:endParaRPr>
        </a:p>
      </dgm:t>
    </dgm:pt>
    <dgm:pt modelId="{B208B24A-E9FD-40A9-B764-FB7C2B7ED8B9}" type="sibTrans" cxnId="{A5C0BEFC-CA75-4D68-9730-FB1175EFAA94}">
      <dgm:prSet/>
      <dgm:spPr/>
      <dgm:t>
        <a:bodyPr/>
        <a:lstStyle/>
        <a:p>
          <a:pPr algn="ctr"/>
          <a:endParaRPr lang="en-US">
            <a:latin typeface="+mn-lt"/>
          </a:endParaRPr>
        </a:p>
      </dgm:t>
    </dgm:pt>
    <dgm:pt modelId="{9FFA803F-EA25-49D8-A073-96E9747E345F}" type="pres">
      <dgm:prSet presAssocID="{A66480AC-C0DE-4E5E-9ECD-9AE37E3FCB79}" presName="root" presStyleCnt="0">
        <dgm:presLayoutVars>
          <dgm:chMax/>
          <dgm:chPref/>
          <dgm:animLvl val="lvl"/>
        </dgm:presLayoutVars>
      </dgm:prSet>
      <dgm:spPr/>
    </dgm:pt>
    <dgm:pt modelId="{EE0E6265-BE99-48D1-8879-DB5A75D6D78E}" type="pres">
      <dgm:prSet presAssocID="{A66480AC-C0DE-4E5E-9ECD-9AE37E3FCB79}" presName="divider" presStyleLbl="fgAccFollowNode1" presStyleIdx="0" presStyleCnt="1"/>
      <dgm:spPr>
        <a:solidFill>
          <a:schemeClr val="accent2">
            <a:alpha val="90000"/>
            <a:tint val="40000"/>
            <a:hueOff val="0"/>
            <a:satOff val="0"/>
            <a:lumOff val="0"/>
            <a:alphaOff val="0"/>
          </a:schemeClr>
        </a:solidFill>
        <a:ln w="12700" cap="flat" cmpd="sng" algn="ctr">
          <a:solidFill>
            <a:schemeClr val="accent2">
              <a:alpha val="90000"/>
              <a:tint val="40000"/>
              <a:hueOff val="0"/>
              <a:satOff val="0"/>
              <a:lumOff val="0"/>
              <a:alphaOff val="0"/>
            </a:schemeClr>
          </a:solidFill>
          <a:prstDash val="solid"/>
          <a:miter lim="800000"/>
          <a:tailEnd type="triangle" w="lg" len="lg"/>
        </a:ln>
        <a:effectLst/>
      </dgm:spPr>
    </dgm:pt>
    <dgm:pt modelId="{BDA8F949-88B8-486D-9E41-ABA1463A8926}" type="pres">
      <dgm:prSet presAssocID="{A66480AC-C0DE-4E5E-9ECD-9AE37E3FCB79}" presName="nodes" presStyleCnt="0">
        <dgm:presLayoutVars>
          <dgm:chMax/>
          <dgm:chPref/>
          <dgm:animLvl val="lvl"/>
        </dgm:presLayoutVars>
      </dgm:prSet>
      <dgm:spPr/>
    </dgm:pt>
    <dgm:pt modelId="{A41AEE8D-8763-4311-BB07-B499A93D76EA}" type="pres">
      <dgm:prSet presAssocID="{A8C03FBB-4A75-4460-AEA6-DEAEB9C61496}" presName="composite" presStyleCnt="0"/>
      <dgm:spPr/>
    </dgm:pt>
    <dgm:pt modelId="{FE5C7F33-9326-49FB-89A3-8A20163AD994}" type="pres">
      <dgm:prSet presAssocID="{A8C03FBB-4A75-4460-AEA6-DEAEB9C61496}" presName="L1TextContainer" presStyleLbl="revTx" presStyleIdx="0" presStyleCnt="4">
        <dgm:presLayoutVars>
          <dgm:chMax val="1"/>
          <dgm:chPref val="1"/>
          <dgm:bulletEnabled val="1"/>
        </dgm:presLayoutVars>
      </dgm:prSet>
      <dgm:spPr/>
    </dgm:pt>
    <dgm:pt modelId="{C51067AB-548D-47E7-B9DD-C7A4C9600F8C}" type="pres">
      <dgm:prSet presAssocID="{A8C03FBB-4A75-4460-AEA6-DEAEB9C61496}" presName="L2TextContainerWrapper" presStyleCnt="0">
        <dgm:presLayoutVars>
          <dgm:chMax val="0"/>
          <dgm:chPref val="0"/>
          <dgm:bulletEnabled val="1"/>
        </dgm:presLayoutVars>
      </dgm:prSet>
      <dgm:spPr/>
    </dgm:pt>
    <dgm:pt modelId="{BA29120C-7C6B-4F62-9079-4AD528BC0744}" type="pres">
      <dgm:prSet presAssocID="{A8C03FBB-4A75-4460-AEA6-DEAEB9C61496}" presName="L2TextContainer" presStyleLbl="bgAcc1" presStyleIdx="0" presStyleCnt="4"/>
      <dgm:spPr/>
    </dgm:pt>
    <dgm:pt modelId="{617B6CDA-9351-44EF-9011-41758FE93851}" type="pres">
      <dgm:prSet presAssocID="{A8C03FBB-4A75-4460-AEA6-DEAEB9C61496}" presName="FlexibleEmptyPlaceHolder" presStyleCnt="0"/>
      <dgm:spPr/>
    </dgm:pt>
    <dgm:pt modelId="{A95DB80B-444A-4D69-B205-3A801BB8524A}" type="pres">
      <dgm:prSet presAssocID="{A8C03FBB-4A75-4460-AEA6-DEAEB9C61496}" presName="ConnectLine" presStyleLbl="sibTrans1D1" presStyleIdx="0" presStyleCnt="4"/>
      <dgm:spPr>
        <a:noFill/>
        <a:ln w="6350" cap="flat" cmpd="sng" algn="ctr">
          <a:solidFill>
            <a:schemeClr val="accent2">
              <a:hueOff val="0"/>
              <a:satOff val="0"/>
              <a:lumOff val="0"/>
              <a:alphaOff val="0"/>
            </a:schemeClr>
          </a:solidFill>
          <a:prstDash val="dash"/>
          <a:miter lim="800000"/>
        </a:ln>
        <a:effectLst/>
      </dgm:spPr>
    </dgm:pt>
    <dgm:pt modelId="{FA19A0AA-8B0B-4AA8-A80D-08CFFDD3F112}" type="pres">
      <dgm:prSet presAssocID="{A8C03FBB-4A75-4460-AEA6-DEAEB9C61496}" presName="ConnectorPoint" presStyleLbl="alignNode1" presStyleIdx="0" presStyleCnt="4"/>
      <dgm:spPr/>
    </dgm:pt>
    <dgm:pt modelId="{C298CC98-EF08-4D23-94A2-F58DEE6D7DE4}" type="pres">
      <dgm:prSet presAssocID="{A8C03FBB-4A75-4460-AEA6-DEAEB9C61496}" presName="EmptyPlaceHolder" presStyleCnt="0"/>
      <dgm:spPr/>
    </dgm:pt>
    <dgm:pt modelId="{F3D981F8-7433-4E93-99E6-2B447306B973}" type="pres">
      <dgm:prSet presAssocID="{67361508-930A-4A23-8CFC-BB56DA645C3C}" presName="spaceBetweenRectangles" presStyleCnt="0"/>
      <dgm:spPr/>
    </dgm:pt>
    <dgm:pt modelId="{7D29DFA7-018B-45C9-AC1C-5CFC82FEE150}" type="pres">
      <dgm:prSet presAssocID="{91969DED-4CB8-4A14-A50B-3F7B848E46B5}" presName="composite" presStyleCnt="0"/>
      <dgm:spPr/>
    </dgm:pt>
    <dgm:pt modelId="{60D0713D-AF69-4AF8-B071-F65622790886}" type="pres">
      <dgm:prSet presAssocID="{91969DED-4CB8-4A14-A50B-3F7B848E46B5}" presName="L1TextContainer" presStyleLbl="revTx" presStyleIdx="1" presStyleCnt="4">
        <dgm:presLayoutVars>
          <dgm:chMax val="1"/>
          <dgm:chPref val="1"/>
          <dgm:bulletEnabled val="1"/>
        </dgm:presLayoutVars>
      </dgm:prSet>
      <dgm:spPr/>
    </dgm:pt>
    <dgm:pt modelId="{5DAA1547-FEA7-4F69-96D3-0E3A07601B1E}" type="pres">
      <dgm:prSet presAssocID="{91969DED-4CB8-4A14-A50B-3F7B848E46B5}" presName="L2TextContainerWrapper" presStyleCnt="0">
        <dgm:presLayoutVars>
          <dgm:chMax val="0"/>
          <dgm:chPref val="0"/>
          <dgm:bulletEnabled val="1"/>
        </dgm:presLayoutVars>
      </dgm:prSet>
      <dgm:spPr/>
    </dgm:pt>
    <dgm:pt modelId="{DADAA0C9-3E42-4088-8622-30E9F6EA139A}" type="pres">
      <dgm:prSet presAssocID="{91969DED-4CB8-4A14-A50B-3F7B848E46B5}" presName="L2TextContainer" presStyleLbl="bgAcc1" presStyleIdx="1" presStyleCnt="4"/>
      <dgm:spPr/>
    </dgm:pt>
    <dgm:pt modelId="{D2E61EE0-F306-43AF-AFF9-74A14B9CF379}" type="pres">
      <dgm:prSet presAssocID="{91969DED-4CB8-4A14-A50B-3F7B848E46B5}" presName="FlexibleEmptyPlaceHolder" presStyleCnt="0"/>
      <dgm:spPr/>
    </dgm:pt>
    <dgm:pt modelId="{DBD74D6B-057A-432C-9067-BF618C19EB2A}" type="pres">
      <dgm:prSet presAssocID="{91969DED-4CB8-4A14-A50B-3F7B848E46B5}" presName="ConnectLine" presStyleLbl="sibTrans1D1" presStyleIdx="1" presStyleCnt="4"/>
      <dgm:spPr>
        <a:noFill/>
        <a:ln w="6350" cap="flat" cmpd="sng" algn="ctr">
          <a:solidFill>
            <a:schemeClr val="accent2">
              <a:hueOff val="0"/>
              <a:satOff val="0"/>
              <a:lumOff val="0"/>
              <a:alphaOff val="0"/>
            </a:schemeClr>
          </a:solidFill>
          <a:prstDash val="dash"/>
          <a:miter lim="800000"/>
        </a:ln>
        <a:effectLst/>
      </dgm:spPr>
    </dgm:pt>
    <dgm:pt modelId="{0F979253-FD39-4920-BFCA-78C564B167EA}" type="pres">
      <dgm:prSet presAssocID="{91969DED-4CB8-4A14-A50B-3F7B848E46B5}" presName="ConnectorPoint" presStyleLbl="alignNode1" presStyleIdx="1" presStyleCnt="4"/>
      <dgm:spPr/>
    </dgm:pt>
    <dgm:pt modelId="{C9B4B298-E04C-4317-856D-E345FE5EC64B}" type="pres">
      <dgm:prSet presAssocID="{91969DED-4CB8-4A14-A50B-3F7B848E46B5}" presName="EmptyPlaceHolder" presStyleCnt="0"/>
      <dgm:spPr/>
    </dgm:pt>
    <dgm:pt modelId="{9B636147-AF19-40E0-BE7D-3BE8148CC024}" type="pres">
      <dgm:prSet presAssocID="{81CA8AA2-C0C3-4381-BA8B-413EDD578B83}" presName="spaceBetweenRectangles" presStyleCnt="0"/>
      <dgm:spPr/>
    </dgm:pt>
    <dgm:pt modelId="{76CB18D4-86E2-467C-A2CF-3ED9EFE66BEA}" type="pres">
      <dgm:prSet presAssocID="{3CC73758-10C1-47F8-AFA7-1A986D4DDD60}" presName="composite" presStyleCnt="0"/>
      <dgm:spPr/>
    </dgm:pt>
    <dgm:pt modelId="{E712D073-0B15-4887-9DCE-A27BCACBC178}" type="pres">
      <dgm:prSet presAssocID="{3CC73758-10C1-47F8-AFA7-1A986D4DDD60}" presName="L1TextContainer" presStyleLbl="revTx" presStyleIdx="2" presStyleCnt="4">
        <dgm:presLayoutVars>
          <dgm:chMax val="1"/>
          <dgm:chPref val="1"/>
          <dgm:bulletEnabled val="1"/>
        </dgm:presLayoutVars>
      </dgm:prSet>
      <dgm:spPr/>
    </dgm:pt>
    <dgm:pt modelId="{4C57E835-21E8-44E9-8CE3-1E2D478ECB2B}" type="pres">
      <dgm:prSet presAssocID="{3CC73758-10C1-47F8-AFA7-1A986D4DDD60}" presName="L2TextContainerWrapper" presStyleCnt="0">
        <dgm:presLayoutVars>
          <dgm:chMax val="0"/>
          <dgm:chPref val="0"/>
          <dgm:bulletEnabled val="1"/>
        </dgm:presLayoutVars>
      </dgm:prSet>
      <dgm:spPr/>
    </dgm:pt>
    <dgm:pt modelId="{E0D48281-565D-47A3-9B6C-576231178549}" type="pres">
      <dgm:prSet presAssocID="{3CC73758-10C1-47F8-AFA7-1A986D4DDD60}" presName="L2TextContainer" presStyleLbl="bgAcc1" presStyleIdx="2" presStyleCnt="4" custScaleX="97353"/>
      <dgm:spPr/>
    </dgm:pt>
    <dgm:pt modelId="{E0365E95-CAD6-4660-956D-E490447A5CB4}" type="pres">
      <dgm:prSet presAssocID="{3CC73758-10C1-47F8-AFA7-1A986D4DDD60}" presName="FlexibleEmptyPlaceHolder" presStyleCnt="0"/>
      <dgm:spPr/>
    </dgm:pt>
    <dgm:pt modelId="{DCAE8A46-752C-4E82-84CE-E790E1F2918E}" type="pres">
      <dgm:prSet presAssocID="{3CC73758-10C1-47F8-AFA7-1A986D4DDD60}" presName="ConnectLine" presStyleLbl="sibTrans1D1" presStyleIdx="2" presStyleCnt="4"/>
      <dgm:spPr>
        <a:noFill/>
        <a:ln w="6350" cap="flat" cmpd="sng" algn="ctr">
          <a:solidFill>
            <a:schemeClr val="accent2">
              <a:hueOff val="0"/>
              <a:satOff val="0"/>
              <a:lumOff val="0"/>
              <a:alphaOff val="0"/>
            </a:schemeClr>
          </a:solidFill>
          <a:prstDash val="dash"/>
          <a:miter lim="800000"/>
        </a:ln>
        <a:effectLst/>
      </dgm:spPr>
    </dgm:pt>
    <dgm:pt modelId="{B6459BF8-D2C3-4018-9C28-98667DC203F4}" type="pres">
      <dgm:prSet presAssocID="{3CC73758-10C1-47F8-AFA7-1A986D4DDD60}" presName="ConnectorPoint" presStyleLbl="alignNode1" presStyleIdx="2" presStyleCnt="4"/>
      <dgm:spPr/>
    </dgm:pt>
    <dgm:pt modelId="{EAB0CCC2-BFF9-432D-BA8E-7ECAF2D92AF2}" type="pres">
      <dgm:prSet presAssocID="{3CC73758-10C1-47F8-AFA7-1A986D4DDD60}" presName="EmptyPlaceHolder" presStyleCnt="0"/>
      <dgm:spPr/>
    </dgm:pt>
    <dgm:pt modelId="{07073103-04B7-4C74-9AC8-048764100B10}" type="pres">
      <dgm:prSet presAssocID="{D8170BBA-6035-4773-8431-FEDD687647FF}" presName="spaceBetweenRectangles" presStyleCnt="0"/>
      <dgm:spPr/>
    </dgm:pt>
    <dgm:pt modelId="{C68762A5-E9DF-484F-B385-6C7E07325E98}" type="pres">
      <dgm:prSet presAssocID="{D2FE027B-4161-41E1-B4D4-02AECB2E3FA0}" presName="composite" presStyleCnt="0"/>
      <dgm:spPr/>
    </dgm:pt>
    <dgm:pt modelId="{F782935D-BBBD-4420-826A-F71C517659B6}" type="pres">
      <dgm:prSet presAssocID="{D2FE027B-4161-41E1-B4D4-02AECB2E3FA0}" presName="L1TextContainer" presStyleLbl="revTx" presStyleIdx="3" presStyleCnt="4">
        <dgm:presLayoutVars>
          <dgm:chMax val="1"/>
          <dgm:chPref val="1"/>
          <dgm:bulletEnabled val="1"/>
        </dgm:presLayoutVars>
      </dgm:prSet>
      <dgm:spPr/>
    </dgm:pt>
    <dgm:pt modelId="{3C71E446-482E-4CAC-8D42-2D4AC020412B}" type="pres">
      <dgm:prSet presAssocID="{D2FE027B-4161-41E1-B4D4-02AECB2E3FA0}" presName="L2TextContainerWrapper" presStyleCnt="0">
        <dgm:presLayoutVars>
          <dgm:chMax val="0"/>
          <dgm:chPref val="0"/>
          <dgm:bulletEnabled val="1"/>
        </dgm:presLayoutVars>
      </dgm:prSet>
      <dgm:spPr/>
    </dgm:pt>
    <dgm:pt modelId="{6C3A59BD-6D45-4573-B098-8CB5207F194D}" type="pres">
      <dgm:prSet presAssocID="{D2FE027B-4161-41E1-B4D4-02AECB2E3FA0}" presName="L2TextContainer" presStyleLbl="bgAcc1" presStyleIdx="3" presStyleCnt="4"/>
      <dgm:spPr/>
    </dgm:pt>
    <dgm:pt modelId="{8EB042C8-D666-4667-A1E4-E0C87151B72F}" type="pres">
      <dgm:prSet presAssocID="{D2FE027B-4161-41E1-B4D4-02AECB2E3FA0}" presName="FlexibleEmptyPlaceHolder" presStyleCnt="0"/>
      <dgm:spPr/>
    </dgm:pt>
    <dgm:pt modelId="{086FB9B1-82B2-4197-8B33-6E7FF94F8D2E}" type="pres">
      <dgm:prSet presAssocID="{D2FE027B-4161-41E1-B4D4-02AECB2E3FA0}" presName="ConnectLine" presStyleLbl="sibTrans1D1" presStyleIdx="3" presStyleCnt="4"/>
      <dgm:spPr>
        <a:noFill/>
        <a:ln w="6350" cap="flat" cmpd="sng" algn="ctr">
          <a:solidFill>
            <a:schemeClr val="accent2">
              <a:hueOff val="0"/>
              <a:satOff val="0"/>
              <a:lumOff val="0"/>
              <a:alphaOff val="0"/>
            </a:schemeClr>
          </a:solidFill>
          <a:prstDash val="dash"/>
          <a:miter lim="800000"/>
        </a:ln>
        <a:effectLst/>
      </dgm:spPr>
    </dgm:pt>
    <dgm:pt modelId="{3F359E8B-7C7E-4FD9-B106-36CCBFC731D5}" type="pres">
      <dgm:prSet presAssocID="{D2FE027B-4161-41E1-B4D4-02AECB2E3FA0}" presName="ConnectorPoint" presStyleLbl="alignNode1" presStyleIdx="3" presStyleCnt="4"/>
      <dgm:spPr/>
    </dgm:pt>
    <dgm:pt modelId="{34434334-A935-4057-946F-93B826088F38}" type="pres">
      <dgm:prSet presAssocID="{D2FE027B-4161-41E1-B4D4-02AECB2E3FA0}" presName="EmptyPlaceHolder" presStyleCnt="0"/>
      <dgm:spPr/>
    </dgm:pt>
  </dgm:ptLst>
  <dgm:cxnLst>
    <dgm:cxn modelId="{CB32A309-9CA9-4554-941D-519A91A9E733}" srcId="{D2FE027B-4161-41E1-B4D4-02AECB2E3FA0}" destId="{2BE415B7-7185-4956-8487-237B40BC0EE5}" srcOrd="0" destOrd="0" parTransId="{A38E847E-0D1D-4F40-9A71-4D5999ADE08B}" sibTransId="{F0D1C61C-E3F2-49BA-A2D8-C04A81308E5D}"/>
    <dgm:cxn modelId="{64516513-C9B3-4B52-A434-6178ACAB3599}" type="presOf" srcId="{91969DED-4CB8-4A14-A50B-3F7B848E46B5}" destId="{60D0713D-AF69-4AF8-B071-F65622790886}" srcOrd="0" destOrd="0" presId="urn:microsoft.com/office/officeart/2016/7/layout/BasicTimeline"/>
    <dgm:cxn modelId="{30D67B27-E22B-4B51-BF68-5390E884E2A1}" type="presOf" srcId="{5E71F362-34DF-4EEC-92A3-0EFE450E05E4}" destId="{BA29120C-7C6B-4F62-9079-4AD528BC0744}" srcOrd="0" destOrd="0" presId="urn:microsoft.com/office/officeart/2016/7/layout/BasicTimeline"/>
    <dgm:cxn modelId="{3760A536-08D8-4D45-9A8D-A21E58E17F8A}" type="presOf" srcId="{D2FE027B-4161-41E1-B4D4-02AECB2E3FA0}" destId="{F782935D-BBBD-4420-826A-F71C517659B6}" srcOrd="0" destOrd="0" presId="urn:microsoft.com/office/officeart/2016/7/layout/BasicTimeline"/>
    <dgm:cxn modelId="{5EDA943F-300F-408A-A52E-3D5140FD5C22}" srcId="{3CC73758-10C1-47F8-AFA7-1A986D4DDD60}" destId="{FD9CA14A-483C-4869-B0C1-7C5FB7EEDBCC}" srcOrd="0" destOrd="0" parTransId="{8182A92F-45BA-4CD1-8E43-0B0810A50FEB}" sibTransId="{914BB93C-EA8A-4B5B-8F06-30DA7C7F4B7B}"/>
    <dgm:cxn modelId="{4A69F85D-5C15-48FD-893A-B3050E1BADEB}" srcId="{A66480AC-C0DE-4E5E-9ECD-9AE37E3FCB79}" destId="{3CC73758-10C1-47F8-AFA7-1A986D4DDD60}" srcOrd="2" destOrd="0" parTransId="{FF6AE4B6-4A2F-49EE-9316-9AF55E77838B}" sibTransId="{D8170BBA-6035-4773-8431-FEDD687647FF}"/>
    <dgm:cxn modelId="{D3D81948-D963-4D1E-AE16-9705EAF510FC}" srcId="{A66480AC-C0DE-4E5E-9ECD-9AE37E3FCB79}" destId="{A8C03FBB-4A75-4460-AEA6-DEAEB9C61496}" srcOrd="0" destOrd="0" parTransId="{4E972F7F-4B1B-47AA-A25B-1FFC561F1C76}" sibTransId="{67361508-930A-4A23-8CFC-BB56DA645C3C}"/>
    <dgm:cxn modelId="{41643976-DEF5-44B7-B9E7-888F3AEFC45F}" type="presOf" srcId="{3CC73758-10C1-47F8-AFA7-1A986D4DDD60}" destId="{E712D073-0B15-4887-9DCE-A27BCACBC178}" srcOrd="0" destOrd="0" presId="urn:microsoft.com/office/officeart/2016/7/layout/BasicTimeline"/>
    <dgm:cxn modelId="{2D36C892-88AC-490F-8E33-2C73C0E22FF5}" type="presOf" srcId="{2BE415B7-7185-4956-8487-237B40BC0EE5}" destId="{6C3A59BD-6D45-4573-B098-8CB5207F194D}" srcOrd="0" destOrd="0" presId="urn:microsoft.com/office/officeart/2016/7/layout/BasicTimeline"/>
    <dgm:cxn modelId="{E5C7B693-D4EE-4A4E-97D1-4621CA0D3E91}" type="presOf" srcId="{A8C03FBB-4A75-4460-AEA6-DEAEB9C61496}" destId="{FE5C7F33-9326-49FB-89A3-8A20163AD994}" srcOrd="0" destOrd="0" presId="urn:microsoft.com/office/officeart/2016/7/layout/BasicTimeline"/>
    <dgm:cxn modelId="{4F4F82A2-02F1-492B-96C1-46C070BEFCE3}" srcId="{A66480AC-C0DE-4E5E-9ECD-9AE37E3FCB79}" destId="{D2FE027B-4161-41E1-B4D4-02AECB2E3FA0}" srcOrd="3" destOrd="0" parTransId="{88680CFE-3CE0-4842-B3D3-716D3B671238}" sibTransId="{4D59E06B-629C-40B5-96D3-423B7A56C945}"/>
    <dgm:cxn modelId="{537F2ED0-8BD0-4AD5-B60D-89B660EDA1AC}" srcId="{A66480AC-C0DE-4E5E-9ECD-9AE37E3FCB79}" destId="{91969DED-4CB8-4A14-A50B-3F7B848E46B5}" srcOrd="1" destOrd="0" parTransId="{441CD73D-85E1-42A6-BCF8-362A3247E2F3}" sibTransId="{81CA8AA2-C0C3-4381-BA8B-413EDD578B83}"/>
    <dgm:cxn modelId="{403E30EA-CA23-4A5A-9D22-DF82F93CFF08}" type="presOf" srcId="{A66480AC-C0DE-4E5E-9ECD-9AE37E3FCB79}" destId="{9FFA803F-EA25-49D8-A073-96E9747E345F}" srcOrd="0" destOrd="0" presId="urn:microsoft.com/office/officeart/2016/7/layout/BasicTimeline"/>
    <dgm:cxn modelId="{252B4FF4-6466-43C7-8436-08B55881B5BC}" type="presOf" srcId="{FD9CA14A-483C-4869-B0C1-7C5FB7EEDBCC}" destId="{E0D48281-565D-47A3-9B6C-576231178549}" srcOrd="0" destOrd="0" presId="urn:microsoft.com/office/officeart/2016/7/layout/BasicTimeline"/>
    <dgm:cxn modelId="{9488AFF6-9066-454E-B3C3-57C8BC68F549}" type="presOf" srcId="{8A04F340-E8E1-4146-9905-E7ADCAEAABD7}" destId="{DADAA0C9-3E42-4088-8622-30E9F6EA139A}" srcOrd="0" destOrd="0" presId="urn:microsoft.com/office/officeart/2016/7/layout/BasicTimeline"/>
    <dgm:cxn modelId="{E636BFFB-0404-4D4B-B3F0-C64FDFD9DDEF}" srcId="{91969DED-4CB8-4A14-A50B-3F7B848E46B5}" destId="{8A04F340-E8E1-4146-9905-E7ADCAEAABD7}" srcOrd="0" destOrd="0" parTransId="{4EBD5EC2-45ED-4ED6-8376-97D155A911AE}" sibTransId="{F9CD2A04-6A34-4104-A971-391788B88F55}"/>
    <dgm:cxn modelId="{A5C0BEFC-CA75-4D68-9730-FB1175EFAA94}" srcId="{A8C03FBB-4A75-4460-AEA6-DEAEB9C61496}" destId="{5E71F362-34DF-4EEC-92A3-0EFE450E05E4}" srcOrd="0" destOrd="0" parTransId="{8E5EE4D1-908E-455C-B8B3-281AD42DEC9A}" sibTransId="{B208B24A-E9FD-40A9-B764-FB7C2B7ED8B9}"/>
    <dgm:cxn modelId="{9C5E351C-4F83-42C9-8766-363923817116}" type="presParOf" srcId="{9FFA803F-EA25-49D8-A073-96E9747E345F}" destId="{EE0E6265-BE99-48D1-8879-DB5A75D6D78E}" srcOrd="0" destOrd="0" presId="urn:microsoft.com/office/officeart/2016/7/layout/BasicTimeline"/>
    <dgm:cxn modelId="{F4A239D2-791C-4FA7-8885-B0E1A7FEAC48}" type="presParOf" srcId="{9FFA803F-EA25-49D8-A073-96E9747E345F}" destId="{BDA8F949-88B8-486D-9E41-ABA1463A8926}" srcOrd="1" destOrd="0" presId="urn:microsoft.com/office/officeart/2016/7/layout/BasicTimeline"/>
    <dgm:cxn modelId="{14D4DBE1-C56F-48BE-A66B-2B0E85E7B755}" type="presParOf" srcId="{BDA8F949-88B8-486D-9E41-ABA1463A8926}" destId="{A41AEE8D-8763-4311-BB07-B499A93D76EA}" srcOrd="0" destOrd="0" presId="urn:microsoft.com/office/officeart/2016/7/layout/BasicTimeline"/>
    <dgm:cxn modelId="{2868F0B4-2D8C-4E60-A800-D7753FFE1445}" type="presParOf" srcId="{A41AEE8D-8763-4311-BB07-B499A93D76EA}" destId="{FE5C7F33-9326-49FB-89A3-8A20163AD994}" srcOrd="0" destOrd="0" presId="urn:microsoft.com/office/officeart/2016/7/layout/BasicTimeline"/>
    <dgm:cxn modelId="{6F72394A-7E16-45AE-B5C9-6D1224450F0E}" type="presParOf" srcId="{A41AEE8D-8763-4311-BB07-B499A93D76EA}" destId="{C51067AB-548D-47E7-B9DD-C7A4C9600F8C}" srcOrd="1" destOrd="0" presId="urn:microsoft.com/office/officeart/2016/7/layout/BasicTimeline"/>
    <dgm:cxn modelId="{2BF023E2-BD82-4543-9797-FF9FAF55B2A5}" type="presParOf" srcId="{C51067AB-548D-47E7-B9DD-C7A4C9600F8C}" destId="{BA29120C-7C6B-4F62-9079-4AD528BC0744}" srcOrd="0" destOrd="0" presId="urn:microsoft.com/office/officeart/2016/7/layout/BasicTimeline"/>
    <dgm:cxn modelId="{2E1DF8FC-1E3D-407B-8B7F-074787FD4D73}" type="presParOf" srcId="{C51067AB-548D-47E7-B9DD-C7A4C9600F8C}" destId="{617B6CDA-9351-44EF-9011-41758FE93851}" srcOrd="1" destOrd="0" presId="urn:microsoft.com/office/officeart/2016/7/layout/BasicTimeline"/>
    <dgm:cxn modelId="{4C3C8707-33EB-4053-85D9-0C1CF04E32CD}" type="presParOf" srcId="{A41AEE8D-8763-4311-BB07-B499A93D76EA}" destId="{A95DB80B-444A-4D69-B205-3A801BB8524A}" srcOrd="2" destOrd="0" presId="urn:microsoft.com/office/officeart/2016/7/layout/BasicTimeline"/>
    <dgm:cxn modelId="{1FE3BD8D-0AF3-46A6-AB51-EDAEC9EB4D89}" type="presParOf" srcId="{A41AEE8D-8763-4311-BB07-B499A93D76EA}" destId="{FA19A0AA-8B0B-4AA8-A80D-08CFFDD3F112}" srcOrd="3" destOrd="0" presId="urn:microsoft.com/office/officeart/2016/7/layout/BasicTimeline"/>
    <dgm:cxn modelId="{B5FDF500-80BD-45C8-BBEB-575AA1DAADE7}" type="presParOf" srcId="{A41AEE8D-8763-4311-BB07-B499A93D76EA}" destId="{C298CC98-EF08-4D23-94A2-F58DEE6D7DE4}" srcOrd="4" destOrd="0" presId="urn:microsoft.com/office/officeart/2016/7/layout/BasicTimeline"/>
    <dgm:cxn modelId="{90EDA9D9-5363-433C-811E-5513B52588D1}" type="presParOf" srcId="{BDA8F949-88B8-486D-9E41-ABA1463A8926}" destId="{F3D981F8-7433-4E93-99E6-2B447306B973}" srcOrd="1" destOrd="0" presId="urn:microsoft.com/office/officeart/2016/7/layout/BasicTimeline"/>
    <dgm:cxn modelId="{7935889E-4736-4C7F-8622-A330C126F16B}" type="presParOf" srcId="{BDA8F949-88B8-486D-9E41-ABA1463A8926}" destId="{7D29DFA7-018B-45C9-AC1C-5CFC82FEE150}" srcOrd="2" destOrd="0" presId="urn:microsoft.com/office/officeart/2016/7/layout/BasicTimeline"/>
    <dgm:cxn modelId="{EB2658D4-3F40-4748-AE39-624B8E620A96}" type="presParOf" srcId="{7D29DFA7-018B-45C9-AC1C-5CFC82FEE150}" destId="{60D0713D-AF69-4AF8-B071-F65622790886}" srcOrd="0" destOrd="0" presId="urn:microsoft.com/office/officeart/2016/7/layout/BasicTimeline"/>
    <dgm:cxn modelId="{51E99B0B-8CC3-4BC2-8250-4C73AF5F12E8}" type="presParOf" srcId="{7D29DFA7-018B-45C9-AC1C-5CFC82FEE150}" destId="{5DAA1547-FEA7-4F69-96D3-0E3A07601B1E}" srcOrd="1" destOrd="0" presId="urn:microsoft.com/office/officeart/2016/7/layout/BasicTimeline"/>
    <dgm:cxn modelId="{9826AAC2-4AE6-4C22-826D-5672547E59BD}" type="presParOf" srcId="{5DAA1547-FEA7-4F69-96D3-0E3A07601B1E}" destId="{DADAA0C9-3E42-4088-8622-30E9F6EA139A}" srcOrd="0" destOrd="0" presId="urn:microsoft.com/office/officeart/2016/7/layout/BasicTimeline"/>
    <dgm:cxn modelId="{EC270DFB-5C5B-40C9-8196-FC46A9C21D19}" type="presParOf" srcId="{5DAA1547-FEA7-4F69-96D3-0E3A07601B1E}" destId="{D2E61EE0-F306-43AF-AFF9-74A14B9CF379}" srcOrd="1" destOrd="0" presId="urn:microsoft.com/office/officeart/2016/7/layout/BasicTimeline"/>
    <dgm:cxn modelId="{CB792D24-F02F-48C4-AC1D-366893851161}" type="presParOf" srcId="{7D29DFA7-018B-45C9-AC1C-5CFC82FEE150}" destId="{DBD74D6B-057A-432C-9067-BF618C19EB2A}" srcOrd="2" destOrd="0" presId="urn:microsoft.com/office/officeart/2016/7/layout/BasicTimeline"/>
    <dgm:cxn modelId="{0B13E8C1-0B1E-425B-8D83-92D34782753B}" type="presParOf" srcId="{7D29DFA7-018B-45C9-AC1C-5CFC82FEE150}" destId="{0F979253-FD39-4920-BFCA-78C564B167EA}" srcOrd="3" destOrd="0" presId="urn:microsoft.com/office/officeart/2016/7/layout/BasicTimeline"/>
    <dgm:cxn modelId="{6B60A5F4-2BAC-4F3F-A227-CB4F69F166D3}" type="presParOf" srcId="{7D29DFA7-018B-45C9-AC1C-5CFC82FEE150}" destId="{C9B4B298-E04C-4317-856D-E345FE5EC64B}" srcOrd="4" destOrd="0" presId="urn:microsoft.com/office/officeart/2016/7/layout/BasicTimeline"/>
    <dgm:cxn modelId="{F632D135-41E2-43A9-9B84-8A9C50BA663F}" type="presParOf" srcId="{BDA8F949-88B8-486D-9E41-ABA1463A8926}" destId="{9B636147-AF19-40E0-BE7D-3BE8148CC024}" srcOrd="3" destOrd="0" presId="urn:microsoft.com/office/officeart/2016/7/layout/BasicTimeline"/>
    <dgm:cxn modelId="{3411521A-E802-4A42-B7EC-D46E6B3B7C96}" type="presParOf" srcId="{BDA8F949-88B8-486D-9E41-ABA1463A8926}" destId="{76CB18D4-86E2-467C-A2CF-3ED9EFE66BEA}" srcOrd="4" destOrd="0" presId="urn:microsoft.com/office/officeart/2016/7/layout/BasicTimeline"/>
    <dgm:cxn modelId="{88CD890C-B8E8-4CDA-B032-3A9A3F32FD79}" type="presParOf" srcId="{76CB18D4-86E2-467C-A2CF-3ED9EFE66BEA}" destId="{E712D073-0B15-4887-9DCE-A27BCACBC178}" srcOrd="0" destOrd="0" presId="urn:microsoft.com/office/officeart/2016/7/layout/BasicTimeline"/>
    <dgm:cxn modelId="{AB1754FF-81F0-4ADB-A662-440DA0FBE430}" type="presParOf" srcId="{76CB18D4-86E2-467C-A2CF-3ED9EFE66BEA}" destId="{4C57E835-21E8-44E9-8CE3-1E2D478ECB2B}" srcOrd="1" destOrd="0" presId="urn:microsoft.com/office/officeart/2016/7/layout/BasicTimeline"/>
    <dgm:cxn modelId="{03EB58B1-E5D1-49BD-8FE7-FF1A8E5CDD51}" type="presParOf" srcId="{4C57E835-21E8-44E9-8CE3-1E2D478ECB2B}" destId="{E0D48281-565D-47A3-9B6C-576231178549}" srcOrd="0" destOrd="0" presId="urn:microsoft.com/office/officeart/2016/7/layout/BasicTimeline"/>
    <dgm:cxn modelId="{C7D8A92C-6CBF-4FA3-931B-5668E18C280C}" type="presParOf" srcId="{4C57E835-21E8-44E9-8CE3-1E2D478ECB2B}" destId="{E0365E95-CAD6-4660-956D-E490447A5CB4}" srcOrd="1" destOrd="0" presId="urn:microsoft.com/office/officeart/2016/7/layout/BasicTimeline"/>
    <dgm:cxn modelId="{57009207-8976-4EFD-876A-EF1C91AB599A}" type="presParOf" srcId="{76CB18D4-86E2-467C-A2CF-3ED9EFE66BEA}" destId="{DCAE8A46-752C-4E82-84CE-E790E1F2918E}" srcOrd="2" destOrd="0" presId="urn:microsoft.com/office/officeart/2016/7/layout/BasicTimeline"/>
    <dgm:cxn modelId="{A5FB4889-2275-4DD2-ADF0-583A5D1AE1ED}" type="presParOf" srcId="{76CB18D4-86E2-467C-A2CF-3ED9EFE66BEA}" destId="{B6459BF8-D2C3-4018-9C28-98667DC203F4}" srcOrd="3" destOrd="0" presId="urn:microsoft.com/office/officeart/2016/7/layout/BasicTimeline"/>
    <dgm:cxn modelId="{8B3418BE-680A-4C04-AD26-F21B02D832B0}" type="presParOf" srcId="{76CB18D4-86E2-467C-A2CF-3ED9EFE66BEA}" destId="{EAB0CCC2-BFF9-432D-BA8E-7ECAF2D92AF2}" srcOrd="4" destOrd="0" presId="urn:microsoft.com/office/officeart/2016/7/layout/BasicTimeline"/>
    <dgm:cxn modelId="{A9042F53-7838-4B89-A14A-DC86E7759451}" type="presParOf" srcId="{BDA8F949-88B8-486D-9E41-ABA1463A8926}" destId="{07073103-04B7-4C74-9AC8-048764100B10}" srcOrd="5" destOrd="0" presId="urn:microsoft.com/office/officeart/2016/7/layout/BasicTimeline"/>
    <dgm:cxn modelId="{5290B18C-985B-476F-80AB-B000D2E28F60}" type="presParOf" srcId="{BDA8F949-88B8-486D-9E41-ABA1463A8926}" destId="{C68762A5-E9DF-484F-B385-6C7E07325E98}" srcOrd="6" destOrd="0" presId="urn:microsoft.com/office/officeart/2016/7/layout/BasicTimeline"/>
    <dgm:cxn modelId="{819C616E-63F8-4599-9A66-512521E8E9F5}" type="presParOf" srcId="{C68762A5-E9DF-484F-B385-6C7E07325E98}" destId="{F782935D-BBBD-4420-826A-F71C517659B6}" srcOrd="0" destOrd="0" presId="urn:microsoft.com/office/officeart/2016/7/layout/BasicTimeline"/>
    <dgm:cxn modelId="{8C54E232-1B89-4DC9-8E05-4736E6F4C528}" type="presParOf" srcId="{C68762A5-E9DF-484F-B385-6C7E07325E98}" destId="{3C71E446-482E-4CAC-8D42-2D4AC020412B}" srcOrd="1" destOrd="0" presId="urn:microsoft.com/office/officeart/2016/7/layout/BasicTimeline"/>
    <dgm:cxn modelId="{BC353777-539A-4864-BB21-346D8C4360C1}" type="presParOf" srcId="{3C71E446-482E-4CAC-8D42-2D4AC020412B}" destId="{6C3A59BD-6D45-4573-B098-8CB5207F194D}" srcOrd="0" destOrd="0" presId="urn:microsoft.com/office/officeart/2016/7/layout/BasicTimeline"/>
    <dgm:cxn modelId="{53E54228-74E4-4F6A-AAD7-71EB44BEEB36}" type="presParOf" srcId="{3C71E446-482E-4CAC-8D42-2D4AC020412B}" destId="{8EB042C8-D666-4667-A1E4-E0C87151B72F}" srcOrd="1" destOrd="0" presId="urn:microsoft.com/office/officeart/2016/7/layout/BasicTimeline"/>
    <dgm:cxn modelId="{CD2E3F26-566B-4E8C-9927-C3B42B77551C}" type="presParOf" srcId="{C68762A5-E9DF-484F-B385-6C7E07325E98}" destId="{086FB9B1-82B2-4197-8B33-6E7FF94F8D2E}" srcOrd="2" destOrd="0" presId="urn:microsoft.com/office/officeart/2016/7/layout/BasicTimeline"/>
    <dgm:cxn modelId="{7571835A-7BAA-40A1-945B-B991B049CBA7}" type="presParOf" srcId="{C68762A5-E9DF-484F-B385-6C7E07325E98}" destId="{3F359E8B-7C7E-4FD9-B106-36CCBFC731D5}" srcOrd="3" destOrd="0" presId="urn:microsoft.com/office/officeart/2016/7/layout/BasicTimeline"/>
    <dgm:cxn modelId="{7083DB71-225A-4FBD-A8B2-9CBA2B2F1649}" type="presParOf" srcId="{C68762A5-E9DF-484F-B385-6C7E07325E98}" destId="{34434334-A935-4057-946F-93B826088F38}" srcOrd="4" destOrd="0" presId="urn:microsoft.com/office/officeart/2016/7/layout/BasicTimeline"/>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E0E6265-BE99-48D1-8879-DB5A75D6D78E}">
      <dsp:nvSpPr>
        <dsp:cNvPr id="0" name=""/>
        <dsp:cNvSpPr/>
      </dsp:nvSpPr>
      <dsp:spPr>
        <a:xfrm>
          <a:off x="0" y="1887537"/>
          <a:ext cx="8348663" cy="0"/>
        </a:xfrm>
        <a:prstGeom prst="line">
          <a:avLst/>
        </a:prstGeom>
        <a:solidFill>
          <a:schemeClr val="accent2">
            <a:alpha val="90000"/>
            <a:tint val="40000"/>
            <a:hueOff val="0"/>
            <a:satOff val="0"/>
            <a:lumOff val="0"/>
            <a:alphaOff val="0"/>
          </a:schemeClr>
        </a:solidFill>
        <a:ln w="12700" cap="flat" cmpd="sng" algn="ctr">
          <a:solidFill>
            <a:schemeClr val="accent2">
              <a:alpha val="90000"/>
              <a:tint val="40000"/>
              <a:hueOff val="0"/>
              <a:satOff val="0"/>
              <a:lumOff val="0"/>
              <a:alphaOff val="0"/>
            </a:schemeClr>
          </a:solidFill>
          <a:prstDash val="solid"/>
          <a:miter lim="800000"/>
          <a:tailEnd type="triangle" w="lg" len="lg"/>
        </a:ln>
        <a:effectLst/>
      </dsp:spPr>
      <dsp:style>
        <a:lnRef idx="2">
          <a:scrgbClr r="0" g="0" b="0"/>
        </a:lnRef>
        <a:fillRef idx="1">
          <a:scrgbClr r="0" g="0" b="0"/>
        </a:fillRef>
        <a:effectRef idx="0">
          <a:scrgbClr r="0" g="0" b="0"/>
        </a:effectRef>
        <a:fontRef idx="minor"/>
      </dsp:style>
    </dsp:sp>
    <dsp:sp modelId="{FE5C7F33-9326-49FB-89A3-8A20163AD994}">
      <dsp:nvSpPr>
        <dsp:cNvPr id="0" name=""/>
        <dsp:cNvSpPr/>
      </dsp:nvSpPr>
      <dsp:spPr>
        <a:xfrm>
          <a:off x="185195" y="2027215"/>
          <a:ext cx="2679725" cy="4265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1">
          <a:noAutofit/>
        </a:bodyPr>
        <a:lstStyle/>
        <a:p>
          <a:pPr marL="0" lvl="0" indent="0" algn="ctr" defTabSz="889000">
            <a:lnSpc>
              <a:spcPct val="90000"/>
            </a:lnSpc>
            <a:spcBef>
              <a:spcPct val="0"/>
            </a:spcBef>
            <a:spcAft>
              <a:spcPct val="35000"/>
            </a:spcAft>
            <a:buNone/>
            <a:defRPr b="1"/>
          </a:pPr>
          <a:r>
            <a:rPr lang="en-US" sz="2000" kern="1200" dirty="0">
              <a:solidFill>
                <a:schemeClr val="accent2">
                  <a:lumMod val="60000"/>
                  <a:lumOff val="40000"/>
                </a:schemeClr>
              </a:solidFill>
              <a:latin typeface="+mn-lt"/>
            </a:rPr>
            <a:t>Step 1</a:t>
          </a:r>
        </a:p>
      </dsp:txBody>
      <dsp:txXfrm>
        <a:off x="185195" y="2027215"/>
        <a:ext cx="2679725" cy="426583"/>
      </dsp:txXfrm>
    </dsp:sp>
    <dsp:sp modelId="{BA29120C-7C6B-4F62-9079-4AD528BC0744}">
      <dsp:nvSpPr>
        <dsp:cNvPr id="0" name=""/>
        <dsp:cNvSpPr/>
      </dsp:nvSpPr>
      <dsp:spPr>
        <a:xfrm>
          <a:off x="2486" y="526622"/>
          <a:ext cx="3045142" cy="643650"/>
        </a:xfrm>
        <a:prstGeom prst="round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0020" tIns="160020" rIns="160020" bIns="160020" numCol="1" spcCol="1270" anchor="ctr" anchorCtr="0">
          <a:noAutofit/>
        </a:bodyPr>
        <a:lstStyle/>
        <a:p>
          <a:pPr marL="0" lvl="0" indent="0" algn="l" defTabSz="800100">
            <a:lnSpc>
              <a:spcPct val="90000"/>
            </a:lnSpc>
            <a:spcBef>
              <a:spcPct val="0"/>
            </a:spcBef>
            <a:spcAft>
              <a:spcPct val="35000"/>
            </a:spcAft>
            <a:buNone/>
          </a:pPr>
          <a:r>
            <a:rPr lang="en-US" sz="1800" kern="1200" dirty="0">
              <a:latin typeface="+mn-lt"/>
            </a:rPr>
            <a:t>Uploading Data to MySQL</a:t>
          </a:r>
        </a:p>
      </dsp:txBody>
      <dsp:txXfrm>
        <a:off x="33906" y="558042"/>
        <a:ext cx="2982302" cy="580810"/>
      </dsp:txXfrm>
    </dsp:sp>
    <dsp:sp modelId="{A95DB80B-444A-4D69-B205-3A801BB8524A}">
      <dsp:nvSpPr>
        <dsp:cNvPr id="0" name=""/>
        <dsp:cNvSpPr/>
      </dsp:nvSpPr>
      <dsp:spPr>
        <a:xfrm>
          <a:off x="1525057" y="1170273"/>
          <a:ext cx="0" cy="717264"/>
        </a:xfrm>
        <a:prstGeom prst="line">
          <a:avLst/>
        </a:prstGeom>
        <a:noFill/>
        <a:ln w="6350" cap="flat" cmpd="sng" algn="ctr">
          <a:solidFill>
            <a:schemeClr val="accent2">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60D0713D-AF69-4AF8-B071-F65622790886}">
      <dsp:nvSpPr>
        <dsp:cNvPr id="0" name=""/>
        <dsp:cNvSpPr/>
      </dsp:nvSpPr>
      <dsp:spPr>
        <a:xfrm>
          <a:off x="1951377" y="1321276"/>
          <a:ext cx="2679725" cy="4265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1">
          <a:noAutofit/>
        </a:bodyPr>
        <a:lstStyle/>
        <a:p>
          <a:pPr marL="0" lvl="0" indent="0" algn="ctr" defTabSz="889000">
            <a:lnSpc>
              <a:spcPct val="90000"/>
            </a:lnSpc>
            <a:spcBef>
              <a:spcPct val="0"/>
            </a:spcBef>
            <a:spcAft>
              <a:spcPct val="35000"/>
            </a:spcAft>
            <a:buNone/>
            <a:defRPr b="1"/>
          </a:pPr>
          <a:r>
            <a:rPr lang="en-US" sz="2000" kern="1200" dirty="0">
              <a:solidFill>
                <a:schemeClr val="accent2">
                  <a:lumMod val="60000"/>
                  <a:lumOff val="40000"/>
                </a:schemeClr>
              </a:solidFill>
              <a:latin typeface="+mn-lt"/>
            </a:rPr>
            <a:t>Step2</a:t>
          </a:r>
        </a:p>
      </dsp:txBody>
      <dsp:txXfrm>
        <a:off x="1951377" y="1321276"/>
        <a:ext cx="2679725" cy="426583"/>
      </dsp:txXfrm>
    </dsp:sp>
    <dsp:sp modelId="{FA19A0AA-8B0B-4AA8-A80D-08CFFDD3F112}">
      <dsp:nvSpPr>
        <dsp:cNvPr id="0" name=""/>
        <dsp:cNvSpPr/>
      </dsp:nvSpPr>
      <dsp:spPr>
        <a:xfrm>
          <a:off x="1496744" y="1859224"/>
          <a:ext cx="56626" cy="56626"/>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ADAA0C9-3E42-4088-8622-30E9F6EA139A}">
      <dsp:nvSpPr>
        <dsp:cNvPr id="0" name=""/>
        <dsp:cNvSpPr/>
      </dsp:nvSpPr>
      <dsp:spPr>
        <a:xfrm>
          <a:off x="1768669" y="2604801"/>
          <a:ext cx="3045142" cy="844791"/>
        </a:xfrm>
        <a:prstGeom prst="round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0020" tIns="160020" rIns="160020" bIns="160020" numCol="1" spcCol="1270" anchor="ctr" anchorCtr="0">
          <a:noAutofit/>
        </a:bodyPr>
        <a:lstStyle/>
        <a:p>
          <a:pPr marL="0" lvl="0" indent="0" algn="l" defTabSz="800100">
            <a:lnSpc>
              <a:spcPct val="90000"/>
            </a:lnSpc>
            <a:spcBef>
              <a:spcPct val="0"/>
            </a:spcBef>
            <a:spcAft>
              <a:spcPct val="35000"/>
            </a:spcAft>
            <a:buNone/>
          </a:pPr>
          <a:r>
            <a:rPr lang="en-US" sz="1800" kern="1200" dirty="0">
              <a:latin typeface="+mn-lt"/>
            </a:rPr>
            <a:t>Generating Queries and Analyzing Outcomes.</a:t>
          </a:r>
        </a:p>
      </dsp:txBody>
      <dsp:txXfrm>
        <a:off x="1809908" y="2646040"/>
        <a:ext cx="2962664" cy="762313"/>
      </dsp:txXfrm>
    </dsp:sp>
    <dsp:sp modelId="{DBD74D6B-057A-432C-9067-BF618C19EB2A}">
      <dsp:nvSpPr>
        <dsp:cNvPr id="0" name=""/>
        <dsp:cNvSpPr/>
      </dsp:nvSpPr>
      <dsp:spPr>
        <a:xfrm>
          <a:off x="3291240" y="1887537"/>
          <a:ext cx="0" cy="717264"/>
        </a:xfrm>
        <a:prstGeom prst="line">
          <a:avLst/>
        </a:prstGeom>
        <a:noFill/>
        <a:ln w="6350" cap="flat" cmpd="sng" algn="ctr">
          <a:solidFill>
            <a:schemeClr val="accent2">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E712D073-0B15-4887-9DCE-A27BCACBC178}">
      <dsp:nvSpPr>
        <dsp:cNvPr id="0" name=""/>
        <dsp:cNvSpPr/>
      </dsp:nvSpPr>
      <dsp:spPr>
        <a:xfrm>
          <a:off x="3717560" y="2027215"/>
          <a:ext cx="2679725" cy="4265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1">
          <a:noAutofit/>
        </a:bodyPr>
        <a:lstStyle/>
        <a:p>
          <a:pPr marL="0" lvl="0" indent="0" algn="ctr" defTabSz="889000">
            <a:lnSpc>
              <a:spcPct val="90000"/>
            </a:lnSpc>
            <a:spcBef>
              <a:spcPct val="0"/>
            </a:spcBef>
            <a:spcAft>
              <a:spcPct val="35000"/>
            </a:spcAft>
            <a:buNone/>
            <a:defRPr b="1"/>
          </a:pPr>
          <a:r>
            <a:rPr lang="en-US" sz="2000" kern="1200" dirty="0">
              <a:solidFill>
                <a:schemeClr val="accent2">
                  <a:lumMod val="60000"/>
                  <a:lumOff val="40000"/>
                </a:schemeClr>
              </a:solidFill>
              <a:latin typeface="+mn-lt"/>
            </a:rPr>
            <a:t>Step3</a:t>
          </a:r>
        </a:p>
      </dsp:txBody>
      <dsp:txXfrm>
        <a:off x="3717560" y="2027215"/>
        <a:ext cx="2679725" cy="426583"/>
      </dsp:txXfrm>
    </dsp:sp>
    <dsp:sp modelId="{0F979253-FD39-4920-BFCA-78C564B167EA}">
      <dsp:nvSpPr>
        <dsp:cNvPr id="0" name=""/>
        <dsp:cNvSpPr/>
      </dsp:nvSpPr>
      <dsp:spPr>
        <a:xfrm>
          <a:off x="3262927" y="1859224"/>
          <a:ext cx="56626" cy="56626"/>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0D48281-565D-47A3-9B6C-576231178549}">
      <dsp:nvSpPr>
        <dsp:cNvPr id="0" name=""/>
        <dsp:cNvSpPr/>
      </dsp:nvSpPr>
      <dsp:spPr>
        <a:xfrm>
          <a:off x="3574087" y="0"/>
          <a:ext cx="2886066" cy="1170273"/>
        </a:xfrm>
        <a:prstGeom prst="round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0020" tIns="160020" rIns="160020" bIns="160020" numCol="1" spcCol="1270" anchor="ctr" anchorCtr="0">
          <a:noAutofit/>
        </a:bodyPr>
        <a:lstStyle/>
        <a:p>
          <a:pPr marL="0" lvl="0" indent="0" algn="l" defTabSz="800100">
            <a:lnSpc>
              <a:spcPct val="90000"/>
            </a:lnSpc>
            <a:spcBef>
              <a:spcPct val="0"/>
            </a:spcBef>
            <a:spcAft>
              <a:spcPct val="35000"/>
            </a:spcAft>
            <a:buNone/>
          </a:pPr>
          <a:r>
            <a:rPr lang="en-US" sz="1800" kern="1200" dirty="0">
              <a:latin typeface="+mn-lt"/>
            </a:rPr>
            <a:t> Creating CSV of </a:t>
          </a:r>
        </a:p>
        <a:p>
          <a:pPr marL="0" lvl="0" indent="0" algn="l" defTabSz="800100">
            <a:lnSpc>
              <a:spcPct val="90000"/>
            </a:lnSpc>
            <a:spcBef>
              <a:spcPct val="0"/>
            </a:spcBef>
            <a:spcAft>
              <a:spcPct val="35000"/>
            </a:spcAft>
            <a:buNone/>
          </a:pPr>
          <a:r>
            <a:rPr lang="en-US" sz="1800" kern="1200" dirty="0" err="1">
              <a:latin typeface="+mn-lt"/>
            </a:rPr>
            <a:t>Usecase</a:t>
          </a:r>
          <a:r>
            <a:rPr lang="en-US" sz="1800" kern="1200" dirty="0">
              <a:latin typeface="+mn-lt"/>
            </a:rPr>
            <a:t> , Query , SQL Statement and Analysis.</a:t>
          </a:r>
        </a:p>
      </dsp:txBody>
      <dsp:txXfrm>
        <a:off x="3631215" y="57128"/>
        <a:ext cx="2771810" cy="1056017"/>
      </dsp:txXfrm>
    </dsp:sp>
    <dsp:sp modelId="{DCAE8A46-752C-4E82-84CE-E790E1F2918E}">
      <dsp:nvSpPr>
        <dsp:cNvPr id="0" name=""/>
        <dsp:cNvSpPr/>
      </dsp:nvSpPr>
      <dsp:spPr>
        <a:xfrm>
          <a:off x="5057422" y="1170273"/>
          <a:ext cx="0" cy="717264"/>
        </a:xfrm>
        <a:prstGeom prst="line">
          <a:avLst/>
        </a:prstGeom>
        <a:noFill/>
        <a:ln w="6350" cap="flat" cmpd="sng" algn="ctr">
          <a:solidFill>
            <a:schemeClr val="accent2">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F782935D-BBBD-4420-826A-F71C517659B6}">
      <dsp:nvSpPr>
        <dsp:cNvPr id="0" name=""/>
        <dsp:cNvSpPr/>
      </dsp:nvSpPr>
      <dsp:spPr>
        <a:xfrm>
          <a:off x="5483742" y="1321276"/>
          <a:ext cx="2679725" cy="4265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1">
          <a:noAutofit/>
        </a:bodyPr>
        <a:lstStyle/>
        <a:p>
          <a:pPr marL="0" lvl="0" indent="0" algn="ctr" defTabSz="889000">
            <a:lnSpc>
              <a:spcPct val="90000"/>
            </a:lnSpc>
            <a:spcBef>
              <a:spcPct val="0"/>
            </a:spcBef>
            <a:spcAft>
              <a:spcPct val="35000"/>
            </a:spcAft>
            <a:buNone/>
            <a:defRPr b="1"/>
          </a:pPr>
          <a:r>
            <a:rPr lang="en-US" sz="2000" kern="1200" dirty="0">
              <a:solidFill>
                <a:schemeClr val="accent2">
                  <a:lumMod val="60000"/>
                  <a:lumOff val="40000"/>
                </a:schemeClr>
              </a:solidFill>
              <a:latin typeface="+mn-lt"/>
            </a:rPr>
            <a:t>Step4</a:t>
          </a:r>
        </a:p>
      </dsp:txBody>
      <dsp:txXfrm>
        <a:off x="5483742" y="1321276"/>
        <a:ext cx="2679725" cy="426583"/>
      </dsp:txXfrm>
    </dsp:sp>
    <dsp:sp modelId="{B6459BF8-D2C3-4018-9C28-98667DC203F4}">
      <dsp:nvSpPr>
        <dsp:cNvPr id="0" name=""/>
        <dsp:cNvSpPr/>
      </dsp:nvSpPr>
      <dsp:spPr>
        <a:xfrm>
          <a:off x="5029109" y="1859224"/>
          <a:ext cx="56626" cy="56626"/>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C3A59BD-6D45-4573-B098-8CB5207F194D}">
      <dsp:nvSpPr>
        <dsp:cNvPr id="0" name=""/>
        <dsp:cNvSpPr/>
      </dsp:nvSpPr>
      <dsp:spPr>
        <a:xfrm>
          <a:off x="5301034" y="2604801"/>
          <a:ext cx="3045142" cy="844791"/>
        </a:xfrm>
        <a:prstGeom prst="round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0020" tIns="160020" rIns="160020" bIns="160020" numCol="1" spcCol="1270" anchor="ctr" anchorCtr="0">
          <a:noAutofit/>
        </a:bodyPr>
        <a:lstStyle/>
        <a:p>
          <a:pPr marL="0" lvl="0" indent="0" algn="l" defTabSz="800100">
            <a:lnSpc>
              <a:spcPct val="90000"/>
            </a:lnSpc>
            <a:spcBef>
              <a:spcPct val="0"/>
            </a:spcBef>
            <a:spcAft>
              <a:spcPct val="35000"/>
            </a:spcAft>
            <a:buNone/>
          </a:pPr>
          <a:r>
            <a:rPr lang="en-US" sz="1800" kern="1200" dirty="0">
              <a:latin typeface="+mn-lt"/>
            </a:rPr>
            <a:t>Showcasing results using </a:t>
          </a:r>
          <a:r>
            <a:rPr lang="en-US" sz="1800" kern="1200" dirty="0" err="1">
              <a:latin typeface="+mn-lt"/>
            </a:rPr>
            <a:t>Streamlit</a:t>
          </a:r>
          <a:r>
            <a:rPr lang="en-US" sz="1800" kern="1200" dirty="0">
              <a:latin typeface="+mn-lt"/>
            </a:rPr>
            <a:t> interface.</a:t>
          </a:r>
        </a:p>
      </dsp:txBody>
      <dsp:txXfrm>
        <a:off x="5342273" y="2646040"/>
        <a:ext cx="2962664" cy="762313"/>
      </dsp:txXfrm>
    </dsp:sp>
    <dsp:sp modelId="{086FB9B1-82B2-4197-8B33-6E7FF94F8D2E}">
      <dsp:nvSpPr>
        <dsp:cNvPr id="0" name=""/>
        <dsp:cNvSpPr/>
      </dsp:nvSpPr>
      <dsp:spPr>
        <a:xfrm>
          <a:off x="6823605" y="1887537"/>
          <a:ext cx="0" cy="717264"/>
        </a:xfrm>
        <a:prstGeom prst="line">
          <a:avLst/>
        </a:prstGeom>
        <a:noFill/>
        <a:ln w="6350" cap="flat" cmpd="sng" algn="ctr">
          <a:solidFill>
            <a:schemeClr val="accent2">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3F359E8B-7C7E-4FD9-B106-36CCBFC731D5}">
      <dsp:nvSpPr>
        <dsp:cNvPr id="0" name=""/>
        <dsp:cNvSpPr/>
      </dsp:nvSpPr>
      <dsp:spPr>
        <a:xfrm>
          <a:off x="6795292" y="1859224"/>
          <a:ext cx="56626" cy="56626"/>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16/7/layout/BasicTimeline">
  <dgm:title val="Basic Timeline"/>
  <dgm:desc val="Use to show a list of events in chronological order. The rounded rectangular shape contains the description while the date is shown below on the time line. It's the perfect SmartArt for displaying large amount of text with a medium date format."/>
  <dgm:catLst>
    <dgm:cat type="timeline" pri="500"/>
    <dgm:cat type="process" pri="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
    <dgm:varLst>
      <dgm:chMax/>
      <dgm:chPref/>
      <dgm:animLvl val="lvl"/>
    </dgm:varLst>
    <dgm:alg type="composite"/>
    <dgm:shape xmlns:r="http://schemas.openxmlformats.org/officeDocument/2006/relationships" r:blip="">
      <dgm:adjLst/>
    </dgm:shape>
    <dgm:constrLst>
      <dgm:constr type="w" for="ch" forName="divider" refType="w"/>
      <dgm:constr type="h" for="ch" forName="divider"/>
      <dgm:constr type="ctrY" for="ch" forName="divider" refType="h" fact="0.5"/>
      <dgm:constr type="l" for="ch" forName="divider"/>
      <dgm:constr type="w" for="ch" forName="nodes" refType="w"/>
      <dgm:constr type="h" for="ch" forName="nodes" refType="h"/>
    </dgm:constrLst>
    <dgm:layoutNode name="divider" styleLbl="fgAccFollowNode1">
      <dgm:alg type="sp"/>
      <dgm:choose name="ArrowShape">
        <dgm:if name="ArrowShapeLTR" func="var" arg="dir" op="equ" val="norm">
          <dgm:shape xmlns:r="http://schemas.openxmlformats.org/officeDocument/2006/relationships" type="line" r:blip="" zOrderOff="-1">
            <dgm:adjLst/>
            <dgm:extLst>
              <a:ext uri="{B698B0E9-8C71-41B9-8309-B3DCBF30829C}">
                <dgm1612:spPr xmlns:dgm1612="http://schemas.microsoft.com/office/drawing/2016/12/diagram">
                  <a:ln>
                    <a:tailEnd type="triangle" w="lg" len="lg"/>
                  </a:ln>
                </dgm1612:spPr>
              </a:ext>
            </dgm:extLst>
          </dgm:shape>
        </dgm:if>
        <dgm:else name="ArrowShapeRTL">
          <dgm:shape xmlns:r="http://schemas.openxmlformats.org/officeDocument/2006/relationships" type="line" r:blip="" zOrderOff="-1">
            <dgm:adjLst/>
            <dgm:extLst>
              <a:ext uri="{B698B0E9-8C71-41B9-8309-B3DCBF30829C}">
                <dgm1612:spPr xmlns:dgm1612="http://schemas.microsoft.com/office/drawing/2016/12/diagram">
                  <a:ln>
                    <a:headEnd type="triangle" w="lg" len="lg"/>
                  </a:ln>
                </dgm1612:spPr>
              </a:ext>
            </dgm:extLst>
          </dgm:shape>
        </dgm:else>
      </dgm:choose>
      <dgm:presOf/>
      <dgm:constrLst/>
      <dgm:ruleLst/>
    </dgm:layoutNode>
    <dgm:layoutNode name="nodes">
      <dgm:varLst>
        <dgm:chMax/>
        <dgm:chPref/>
        <dgm:animLvl val="lvl"/>
      </dgm:varLst>
      <dgm:choose name="Name1">
        <dgm:if name="Name2" func="var" arg="dir" op="equ" val="norm">
          <dgm:alg type="lin"/>
        </dgm:if>
        <dgm:else name="Name3">
          <dgm:alg type="lin">
            <dgm:param type="linDir" val="fromR"/>
          </dgm:alg>
        </dgm:else>
      </dgm:choose>
      <dgm:presOf/>
      <dgm:shape xmlns:r="http://schemas.openxmlformats.org/officeDocument/2006/relationships" r:blip="">
        <dgm:adjLst/>
      </dgm:shape>
      <dgm:choose name="constrBasedOnChildrenCount">
        <dgm:if name="constrForTwoChildren" axis="ch" ptType="node" func="cnt" op="lte" val="2">
          <dgm:constrLst>
            <dgm:constr type="primFontSz" for="des" forName="L1TextContainer" val="20"/>
            <dgm:constr type="primFontSz" for="des" forName="L2TextContainer" refType="primFontSz" refFor="des" refForName="L1TextContainer" op="equ" fact="0.85"/>
            <dgm:constr type="w" for="ch" forName="composite" refType="w"/>
            <dgm:constr type="h" for="ch" forName="composite" refType="h"/>
            <dgm:constr type="w" for="ch" forName="spaceBetweenRectangles" refType="w" refFor="ch" refForName="composite" fact="0.16"/>
            <dgm:constr type="w" for="ch" ptType="sibTrans" op="equ"/>
            <dgm:constr type="primFontSz" for="des" forName="L1TextContainer" op="equ"/>
            <dgm:constr type="primFontSz" for="des" forName="L2TextContainer" op="equ"/>
          </dgm:constrLst>
        </dgm:if>
        <dgm:else name="constrForRest">
          <dgm:constrLst>
            <dgm:constr type="primFontSz" for="des" forName="L1TextContainer" val="20"/>
            <dgm:constr type="primFontSz" for="des" forName="L2TextContainer" refType="primFontSz" refFor="des" refForName="L1TextContainer" op="equ" fact="0.85"/>
            <dgm:constr type="w" for="ch" forName="composite" refType="w"/>
            <dgm:constr type="h" for="ch" forName="composite" refType="h"/>
            <dgm:constr type="w" for="ch" forName="spaceBetweenRectangles" refType="w" refFor="ch" refForName="composite" fact="-0.42"/>
            <dgm:constr type="w" for="ch" ptType="sibTrans" op="equ"/>
            <dgm:constr type="primFontSz" for="des" forName="L1TextContainer" op="equ"/>
            <dgm:constr type="primFontSz" for="des" forName="L2TextContainer" op="equ"/>
          </dgm:constrLst>
        </dgm:else>
      </dgm:choose>
      <dgm:forEach name="nodesForEach" axis="ch" ptType="node">
        <dgm:layoutNode name="composite">
          <dgm:alg type="composite"/>
          <dgm:shape xmlns:r="http://schemas.openxmlformats.org/officeDocument/2006/relationships" r:blip="">
            <dgm:adjLst/>
          </dgm:shape>
          <dgm:choose name="CaseForPlacingNodesAboveAndBelowDivider">
            <dgm:if name="CaseForPlacingNodeAboveDivider" axis="self" ptType="node" func="posOdd" op="equ" val="1">
              <dgm:constrLst>
                <dgm:constr type="w" for="ch" forName="L1TextContainer" refType="w" fact="0.88"/>
                <dgm:constr type="l" for="ch" forName="L1TextContainer" refType="w" fact="0.06"/>
                <dgm:constr type="t" for="ch" forName="L1TextContainer" refType="h" fact="0.537"/>
                <dgm:constr type="h" for="ch" forName="L1TextContainer" refType="h" fact="0.113"/>
                <dgm:constr type="w" for="ch" forName="L2TextContainerWrapper" refType="w"/>
                <dgm:constr type="h" for="ch" forName="L2TextContainerWrapper" refType="h" fact="0.31"/>
                <dgm:constr type="b" for="ch" forName="L2TextContainerWrapper" refType="h" fact="0.31"/>
                <dgm:constr type="w" for="ch" forName="ConnectLine"/>
                <dgm:constr type="l" for="ch" forName="ConnectLine" refType="w" fact="0.5"/>
                <dgm:constr type="h" for="ch" forName="ConnectLine" refType="h" fact="0.19"/>
                <dgm:constr type="t" for="ch" forName="ConnectLine" refType="h" fact="0.31"/>
                <dgm:constr type="w" for="ch" forName="ConnectorPoint" refType="h" fact="0.015"/>
                <dgm:constr type="h" for="ch" forName="ConnectorPoint" refType="h" fact="0.015"/>
                <dgm:constr type="ctrX" for="ch" forName="ConnectorPoint" refType="w" fact="0.5"/>
                <dgm:constr type="ctrY" for="ch" forName="ConnectorPoint" refType="h" fact="0.5"/>
                <dgm:constr type="w" for="ch" forName="EmptyPlaceHolder" refType="w"/>
                <dgm:constr type="t" for="ch" forName="EmptyPlaceHolder" refType="h" fact="0.65"/>
                <dgm:constr type="h" for="ch" forName="EmptyPlaceHolder" refType="h" fact="0.35"/>
              </dgm:constrLst>
            </dgm:if>
            <dgm:else name="CaseForPlacingNodeBelowDivider">
              <dgm:constrLst>
                <dgm:constr type="w" for="ch" forName="L1TextContainer" refType="w" fact="0.88"/>
                <dgm:constr type="l" for="ch" forName="L1TextContainer" refType="w" fact="0.06"/>
                <dgm:constr type="t" for="ch" forName="L1TextContainer" refType="h" fact="0.35"/>
                <dgm:constr type="h" for="ch" forName="L1TextContainer" refType="h" fact="0.113"/>
                <dgm:constr type="w" for="ch" forName="L2TextContainerWrapper" refType="w"/>
                <dgm:constr type="h" for="ch" forName="L2TextContainerWrapper" refType="h" fact="0.31"/>
                <dgm:constr type="t" for="ch" forName="L2TextContainerWrapper" refType="h" fact="0.69"/>
                <dgm:constr type="w" for="ch" forName="ConnectLine"/>
                <dgm:constr type="l" for="ch" forName="ConnectLine" refType="w" fact="0.5"/>
                <dgm:constr type="h" for="ch" forName="ConnectLine" refType="h" fact="0.19"/>
                <dgm:constr type="t" for="ch" forName="ConnectLine" refType="h" fact="0.5"/>
                <dgm:constr type="w" for="ch" forName="ConnectorPoint" refType="h" fact="0.015"/>
                <dgm:constr type="h" for="ch" forName="ConnectorPoint" refType="h" fact="0.015"/>
                <dgm:constr type="ctrX" for="ch" forName="ConnectorPoint" refType="w" fact="0.5"/>
                <dgm:constr type="ctrY" for="ch" forName="ConnectorPoint" refType="h" fact="0.5"/>
                <dgm:constr type="w" for="ch" forName="EmptyPlaceHolder" refType="w"/>
                <dgm:constr type="h" for="ch" forName="EmptyPlaceHolder" refType="h" fact="0.35"/>
                <dgm:constr type="t" for="ch" forName="EmptyPlaceHolder" refType="h" fact="0"/>
              </dgm:constrLst>
            </dgm:else>
          </dgm:choose>
          <dgm:layoutNode name="L1TextContainer" styleLbl="revTx">
            <dgm:varLst>
              <dgm:chMax val="1"/>
              <dgm:chPref val="1"/>
              <dgm:bulletEnabled val="1"/>
            </dgm:varLst>
            <dgm:choose name="casesForTxtDirLogic">
              <dgm:if name="Name78" axis="self" ptType="node" func="posOdd" op="equ" val="1">
                <dgm:alg type="tx">
                  <dgm:param type="txAnchorHorz" val="ctr"/>
                  <dgm:param type="txAnchorVert" val="t"/>
                  <dgm:param type="parTxLTRAlign" val="ctr"/>
                  <dgm:param type="parTxRTLAlign" val="ctr"/>
                </dgm:alg>
              </dgm:if>
              <dgm:else name="Name89">
                <dgm:alg type="tx">
                  <dgm:param type="txAnchorHorz" val="ctr"/>
                  <dgm:param type="txAnchorVert" val="b"/>
                  <dgm:param type="parTxLTRAlign" val="ctr"/>
                  <dgm:param type="parTxRTLAlign" val="ctr"/>
                </dgm:alg>
              </dgm:else>
            </dgm:choose>
            <dgm:shape xmlns:r="http://schemas.openxmlformats.org/officeDocument/2006/relationships" type="rect" r:blip="">
              <dgm:adjLst/>
            </dgm:shape>
            <dgm:presOf axis="self"/>
            <dgm:constrLst>
              <dgm:constr type="lMarg"/>
              <dgm:constr type="rMarg"/>
              <dgm:constr type="tMarg"/>
              <dgm:constr type="bMarg"/>
            </dgm:constrLst>
            <dgm:ruleLst>
              <dgm:rule type="primFontSz" val="14" fact="NaN" max="NaN"/>
            </dgm:ruleLst>
          </dgm:layoutNode>
          <dgm:layoutNode name="L2TextContainerWrapper">
            <dgm:varLst>
              <dgm:chMax val="0"/>
              <dgm:chPref val="0"/>
              <dgm:bulletEnabled val="1"/>
            </dgm:varLst>
            <dgm:alg type="composite"/>
            <dgm:choose name="L2TextContainerConstr">
              <dgm:if name="CaseForPlacingL2TextContaineAboveDivider" axis="self" ptType="node" func="posOdd" op="equ" val="1">
                <dgm:constrLst>
                  <dgm:constr type="h" for="ch" forName="L2TextContainer" refType="h" fact="0.55"/>
                  <dgm:constr type="b" for="ch" forName="L2TextContainer" refType="h"/>
                  <dgm:constr type="h" for="ch" forName="FlexibleEmptyPlaceHolder" refType="h" fact="0.45"/>
                </dgm:constrLst>
              </dgm:if>
              <dgm:else name="CaseForPlacingL2TextContaineBelowDivider">
                <dgm:constrLst>
                  <dgm:constr type="h" for="ch" forName="L2TextContainer" refType="h" fact="0.55"/>
                  <dgm:constr type="h" for="ch" forName="FlexibleEmptyPlaceHolder" refType="h" fact="0.45"/>
                  <dgm:constr type="b" for="ch" forName="FlexibleEmptyPlaceHolder" refType="h"/>
                </dgm:constrLst>
              </dgm:else>
            </dgm:choose>
            <dgm:layoutNode name="L2TextContainer" styleLbl="bgAcc1">
              <dgm:choose name="L2TextContainerAlgo">
                <dgm:if name="L2TextContainerAlgoLTR" func="var" arg="dir" op="equ" val="norm">
                  <dgm:alg type="tx">
                    <dgm:param type="txAnchorVert" val="mid"/>
                    <dgm:param type="parTxRTLAlign" val="l"/>
                    <dgm:param type="parTxLTRAlign" val="l"/>
                    <dgm:param type="txAnchorVertCh" val="mid"/>
                    <dgm:param type="shpTxRTLAlignCh" val="l"/>
                    <dgm:param type="shpTxLTRAlignCh" val="l"/>
                  </dgm:alg>
                </dgm:if>
                <dgm:else name="L2TextContainerAlgoRTL">
                  <dgm:alg type="tx">
                    <dgm:param type="txAnchorVert" val="mid"/>
                    <dgm:param type="parTxRTLAlign" val="r"/>
                    <dgm:param type="parTxLTRAlign" val="r"/>
                    <dgm:param type="txAnchorVertCh" val="mid"/>
                    <dgm:param type="shpTxRTLAlignCh" val="r"/>
                    <dgm:param type="shpTxLTRAlignCh" val="r"/>
                  </dgm:alg>
                </dgm:else>
              </dgm:choose>
              <dgm:shape xmlns:r="http://schemas.openxmlformats.org/officeDocument/2006/relationships" type="roundRect" r:blip="">
                <dgm:adjLst/>
              </dgm:shape>
              <dgm:presOf axis="des" ptType="node"/>
              <dgm:constrLst>
                <dgm:constr type="primFontSz" val="17"/>
                <dgm:constr type="lMarg" refType="primFontSz" fact="0.7"/>
                <dgm:constr type="rMarg" refType="primFontSz" fact="0.7"/>
                <dgm:constr type="tMarg" refType="primFontSz" fact="0.7"/>
                <dgm:constr type="bMarg" refType="primFontSz" fact="0.7"/>
              </dgm:constrLst>
              <dgm:ruleLst>
                <dgm:rule type="primFontSz" val="12" fact="NaN" max="NaN"/>
                <dgm:rule type="secFontSz" val="10" fact="NaN" max="NaN"/>
                <dgm:rule type="h" val="INF" fact="NaN" max="NaN"/>
              </dgm:ruleLst>
            </dgm:layoutNode>
            <dgm:layoutNode name="FlexibleEmptyPlaceHolder">
              <dgm:alg type="sp"/>
              <dgm:shape xmlns:r="http://schemas.openxmlformats.org/officeDocument/2006/relationships" r:blip="">
                <dgm:adjLst/>
              </dgm:shape>
              <dgm:presOf/>
              <dgm:constrLst/>
            </dgm:layoutNode>
          </dgm:layoutNode>
          <dgm:layoutNode name="ConnectLine" styleLbl="sibTrans1D1" moveWith="L2TextContainer">
            <dgm:alg type="sp"/>
            <dgm:shape xmlns:r="http://schemas.openxmlformats.org/officeDocument/2006/relationships" type="line" r:blip="">
              <dgm:adjLst/>
              <dgm:extLst>
                <a:ext uri="{B698B0E9-8C71-41B9-8309-B3DCBF30829C}">
                  <dgm1612:spPr xmlns:dgm1612="http://schemas.microsoft.com/office/drawing/2016/12/diagram">
                    <a:ln>
                      <a:prstDash val="dash"/>
                    </a:ln>
                  </dgm1612:spPr>
                </a:ext>
              </dgm:extLst>
            </dgm:shape>
            <dgm:presOf/>
            <dgm:constrLst/>
          </dgm:layoutNode>
          <dgm:layoutNode name="ConnectorPoint" styleLbl="alignNode1" moveWith="L2TextContainer">
            <dgm:alg type="sp"/>
            <dgm:shape xmlns:r="http://schemas.openxmlformats.org/officeDocument/2006/relationships" type="ellipse" r:blip="" zOrderOff="1">
              <dgm:adjLst/>
            </dgm:shape>
            <dgm:presOf/>
            <dgm:constrLst/>
          </dgm:layoutNode>
          <dgm:layoutNode name="EmptyPlaceHolder">
            <dgm:alg type="sp"/>
            <dgm:shape xmlns:r="http://schemas.openxmlformats.org/officeDocument/2006/relationships" r:blip="">
              <dgm:adjLst/>
            </dgm:shape>
            <dgm:presOf/>
            <dgm:constrLst/>
          </dgm:layoutNode>
        </dgm:layoutNode>
        <dgm:forEach name="Name28"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Node>
  <dgm:extLst>
    <a:ext uri="{68A01E43-0DF5-4B5B-8FA6-DAF915123BFB}">
      <dgm1612:lstStyle xmlns:dgm1612="http://schemas.microsoft.com/office/drawing/2016/12/diagram">
        <a:lvl1pPr>
          <a:defRPr b="1"/>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27E3961-5613-64C6-63C3-6085D0CDAE5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506D1F08-FF42-95F6-3130-AE63E560487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CD26A2A-0A96-0647-84E5-C82F2EFD9474}" type="datetimeFigureOut">
              <a:rPr lang="en-US" smtClean="0"/>
              <a:t>5/26/2026</a:t>
            </a:fld>
            <a:endParaRPr lang="en-US" dirty="0"/>
          </a:p>
        </p:txBody>
      </p:sp>
      <p:sp>
        <p:nvSpPr>
          <p:cNvPr id="4" name="Footer Placeholder 3">
            <a:extLst>
              <a:ext uri="{FF2B5EF4-FFF2-40B4-BE49-F238E27FC236}">
                <a16:creationId xmlns:a16="http://schemas.microsoft.com/office/drawing/2014/main" id="{4CD5B35B-A046-EC3C-A80E-3D9D12C1498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7202DDE3-703C-8B4C-9506-EC0A39AACDD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B8DC1D1-B6C2-C644-8BF1-C34DBFFE1C78}" type="slidenum">
              <a:rPr lang="en-US" smtClean="0"/>
              <a:t>‹#›</a:t>
            </a:fld>
            <a:endParaRPr lang="en-US" dirty="0"/>
          </a:p>
        </p:txBody>
      </p:sp>
    </p:spTree>
    <p:extLst>
      <p:ext uri="{BB962C8B-B14F-4D97-AF65-F5344CB8AC3E}">
        <p14:creationId xmlns:p14="http://schemas.microsoft.com/office/powerpoint/2010/main" val="93347936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Header Placeholder 7">
            <a:extLst>
              <a:ext uri="{FF2B5EF4-FFF2-40B4-BE49-F238E27FC236}">
                <a16:creationId xmlns:a16="http://schemas.microsoft.com/office/drawing/2014/main" id="{0D2594CA-29C5-062F-2EA7-C593B096C62C}"/>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9" name="Slide Image Placeholder 8">
            <a:extLst>
              <a:ext uri="{FF2B5EF4-FFF2-40B4-BE49-F238E27FC236}">
                <a16:creationId xmlns:a16="http://schemas.microsoft.com/office/drawing/2014/main" id="{E04BB896-BA64-B358-A066-15B96D23BC88}"/>
              </a:ext>
            </a:extLst>
          </p:cNvPr>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10" name="Footer Placeholder 9">
            <a:extLst>
              <a:ext uri="{FF2B5EF4-FFF2-40B4-BE49-F238E27FC236}">
                <a16:creationId xmlns:a16="http://schemas.microsoft.com/office/drawing/2014/main" id="{5EFA2818-7747-F326-294F-EEAC9BEF6EBD}"/>
              </a:ext>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11" name="Date Placeholder 10">
            <a:extLst>
              <a:ext uri="{FF2B5EF4-FFF2-40B4-BE49-F238E27FC236}">
                <a16:creationId xmlns:a16="http://schemas.microsoft.com/office/drawing/2014/main" id="{6B76E0F0-B7F9-756A-3EA4-2114B75370E5}"/>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B0CF20C-6BCC-41A4-8C16-5A346425718D}" type="datetimeFigureOut">
              <a:rPr lang="en-US" smtClean="0"/>
              <a:t>5/26/2026</a:t>
            </a:fld>
            <a:endParaRPr lang="en-US" dirty="0"/>
          </a:p>
        </p:txBody>
      </p:sp>
      <p:sp>
        <p:nvSpPr>
          <p:cNvPr id="12" name="Notes Placeholder 11">
            <a:extLst>
              <a:ext uri="{FF2B5EF4-FFF2-40B4-BE49-F238E27FC236}">
                <a16:creationId xmlns:a16="http://schemas.microsoft.com/office/drawing/2014/main" id="{5161C21F-108C-0F07-CDDD-AFB8DDBF6941}"/>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lide Number Placeholder 12">
            <a:extLst>
              <a:ext uri="{FF2B5EF4-FFF2-40B4-BE49-F238E27FC236}">
                <a16:creationId xmlns:a16="http://schemas.microsoft.com/office/drawing/2014/main" id="{A507CBA7-2A1E-725E-35DA-D1CFF08EC633}"/>
              </a:ext>
            </a:extLst>
          </p:cNvPr>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060679C-80C7-4E7D-9614-ABA41C5B2858}" type="slidenum">
              <a:rPr lang="en-US" smtClean="0"/>
              <a:t>‹#›</a:t>
            </a:fld>
            <a:endParaRPr lang="en-US" dirty="0"/>
          </a:p>
        </p:txBody>
      </p:sp>
    </p:spTree>
    <p:extLst>
      <p:ext uri="{BB962C8B-B14F-4D97-AF65-F5344CB8AC3E}">
        <p14:creationId xmlns:p14="http://schemas.microsoft.com/office/powerpoint/2010/main" val="4226651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1</a:t>
            </a:fld>
            <a:endParaRPr lang="en-US" altLang="zh-CN" noProof="0" dirty="0"/>
          </a:p>
        </p:txBody>
      </p:sp>
    </p:spTree>
    <p:extLst>
      <p:ext uri="{BB962C8B-B14F-4D97-AF65-F5344CB8AC3E}">
        <p14:creationId xmlns:p14="http://schemas.microsoft.com/office/powerpoint/2010/main" val="6815932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smtClean="0"/>
              <a:t>6</a:t>
            </a:fld>
            <a:endParaRPr lang="en-US" altLang="zh-CN" dirty="0"/>
          </a:p>
        </p:txBody>
      </p:sp>
    </p:spTree>
    <p:extLst>
      <p:ext uri="{BB962C8B-B14F-4D97-AF65-F5344CB8AC3E}">
        <p14:creationId xmlns:p14="http://schemas.microsoft.com/office/powerpoint/2010/main" val="28809061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7</a:t>
            </a:fld>
            <a:endParaRPr lang="en-US" altLang="zh-CN" noProof="0" dirty="0"/>
          </a:p>
        </p:txBody>
      </p:sp>
    </p:spTree>
    <p:extLst>
      <p:ext uri="{BB962C8B-B14F-4D97-AF65-F5344CB8AC3E}">
        <p14:creationId xmlns:p14="http://schemas.microsoft.com/office/powerpoint/2010/main" val="13774609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8</a:t>
            </a:fld>
            <a:endParaRPr lang="en-US" altLang="zh-CN" noProof="0" dirty="0"/>
          </a:p>
        </p:txBody>
      </p:sp>
    </p:spTree>
    <p:extLst>
      <p:ext uri="{BB962C8B-B14F-4D97-AF65-F5344CB8AC3E}">
        <p14:creationId xmlns:p14="http://schemas.microsoft.com/office/powerpoint/2010/main" val="209380031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smtClean="0"/>
              <a:t>10</a:t>
            </a:fld>
            <a:endParaRPr lang="en-US" altLang="zh-CN" dirty="0"/>
          </a:p>
        </p:txBody>
      </p:sp>
    </p:spTree>
    <p:extLst>
      <p:ext uri="{BB962C8B-B14F-4D97-AF65-F5344CB8AC3E}">
        <p14:creationId xmlns:p14="http://schemas.microsoft.com/office/powerpoint/2010/main" val="24243314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11</a:t>
            </a:fld>
            <a:endParaRPr lang="en-US" altLang="zh-CN" noProof="0" dirty="0"/>
          </a:p>
        </p:txBody>
      </p:sp>
    </p:spTree>
    <p:extLst>
      <p:ext uri="{BB962C8B-B14F-4D97-AF65-F5344CB8AC3E}">
        <p14:creationId xmlns:p14="http://schemas.microsoft.com/office/powerpoint/2010/main" val="118182007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with Image">
    <p:bg>
      <p:bgPr>
        <a:solidFill>
          <a:schemeClr val="accent6"/>
        </a:solidFill>
        <a:effectLst/>
      </p:bgPr>
    </p:bg>
    <p:spTree>
      <p:nvGrpSpPr>
        <p:cNvPr id="1" name=""/>
        <p:cNvGrpSpPr/>
        <p:nvPr/>
      </p:nvGrpSpPr>
      <p:grpSpPr>
        <a:xfrm>
          <a:off x="0" y="0"/>
          <a:ext cx="0" cy="0"/>
          <a:chOff x="0" y="0"/>
          <a:chExt cx="0" cy="0"/>
        </a:xfrm>
      </p:grpSpPr>
      <p:pic>
        <p:nvPicPr>
          <p:cNvPr id="13" name="Shape 33">
            <a:extLst>
              <a:ext uri="{FF2B5EF4-FFF2-40B4-BE49-F238E27FC236}">
                <a16:creationId xmlns:a16="http://schemas.microsoft.com/office/drawing/2014/main" id="{4D81E37E-7366-D88D-83B8-BBA577CA4626}"/>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a:ext>
            </a:extLst>
          </a:blip>
          <a:srcRect/>
          <a:stretch>
            <a:fillRect/>
          </a:stretch>
        </p:blipFill>
        <p:spPr>
          <a:xfrm>
            <a:off x="9897686" y="1064464"/>
            <a:ext cx="1570617" cy="17968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pic>
      <p:pic>
        <p:nvPicPr>
          <p:cNvPr id="12" name="Shape 31">
            <a:extLst>
              <a:ext uri="{FF2B5EF4-FFF2-40B4-BE49-F238E27FC236}">
                <a16:creationId xmlns:a16="http://schemas.microsoft.com/office/drawing/2014/main" id="{A2E096B7-3B4F-355B-58E5-41784AC8BE29}"/>
              </a:ext>
              <a:ext uri="{C183D7F6-B498-43B3-948B-1728B52AA6E4}">
                <adec:decorative xmlns:adec="http://schemas.microsoft.com/office/drawing/2017/decorative" val="1"/>
              </a:ext>
            </a:extLst>
          </p:cNvPr>
          <p:cNvPicPr>
            <a:picLocks noChangeAspect="1"/>
          </p:cNvPicPr>
          <p:nvPr userDrawn="1"/>
        </p:nvPicPr>
        <p:blipFill>
          <a:blip r:embed="rId3" cstate="print">
            <a:extLst>
              <a:ext uri="{28A0092B-C50C-407E-A947-70E740481C1C}">
                <a14:useLocalDpi xmlns:a14="http://schemas.microsoft.com/office/drawing/2010/main"/>
              </a:ext>
            </a:extLst>
          </a:blip>
          <a:srcRect t="2555" b="2555"/>
          <a:stretch>
            <a:fillRect/>
          </a:stretch>
        </p:blipFill>
        <p:spPr>
          <a:xfrm>
            <a:off x="6284315" y="3984454"/>
            <a:ext cx="1570617" cy="17968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pic>
      <p:sp>
        <p:nvSpPr>
          <p:cNvPr id="3" name="Title 2">
            <a:extLst>
              <a:ext uri="{FF2B5EF4-FFF2-40B4-BE49-F238E27FC236}">
                <a16:creationId xmlns:a16="http://schemas.microsoft.com/office/drawing/2014/main" id="{7EC2501B-DEA6-190E-3633-E32F635B7CE1}"/>
              </a:ext>
            </a:extLst>
          </p:cNvPr>
          <p:cNvSpPr>
            <a:spLocks noGrp="1"/>
          </p:cNvSpPr>
          <p:nvPr>
            <p:ph type="title"/>
          </p:nvPr>
        </p:nvSpPr>
        <p:spPr>
          <a:xfrm>
            <a:off x="1144292" y="731520"/>
            <a:ext cx="5029200" cy="3291840"/>
          </a:xfrm>
        </p:spPr>
        <p:txBody>
          <a:bodyPr anchor="b">
            <a:normAutofit/>
          </a:bodyPr>
          <a:lstStyle>
            <a:lvl1pPr>
              <a:defRPr sz="4800"/>
            </a:lvl1pPr>
          </a:lstStyle>
          <a:p>
            <a:r>
              <a:rPr lang="en-US" noProof="0"/>
              <a:t>Click to edit Master title style</a:t>
            </a:r>
            <a:endParaRPr lang="en-US" noProof="0" dirty="0"/>
          </a:p>
        </p:txBody>
      </p:sp>
      <p:cxnSp>
        <p:nvCxnSpPr>
          <p:cNvPr id="24" name="Straight Connector 2">
            <a:extLst>
              <a:ext uri="{FF2B5EF4-FFF2-40B4-BE49-F238E27FC236}">
                <a16:creationId xmlns:a16="http://schemas.microsoft.com/office/drawing/2014/main" id="{F1FCCFDB-D985-4322-AC87-F69214893708}"/>
              </a:ext>
            </a:extLst>
          </p:cNvPr>
          <p:cNvCxnSpPr/>
          <p:nvPr userDrawn="1"/>
        </p:nvCxnSpPr>
        <p:spPr>
          <a:xfrm>
            <a:off x="1168533" y="4172084"/>
            <a:ext cx="0" cy="760288"/>
          </a:xfrm>
          <a:prstGeom prst="line">
            <a:avLst/>
          </a:prstGeom>
          <a:noFill/>
          <a:ln w="19050" cap="flat" cmpd="sng" algn="ctr">
            <a:solidFill>
              <a:srgbClr val="D84400"/>
            </a:solidFill>
            <a:prstDash val="solid"/>
            <a:miter lim="800000"/>
          </a:ln>
          <a:effectLst/>
        </p:spPr>
      </p:cxnSp>
      <p:sp>
        <p:nvSpPr>
          <p:cNvPr id="27" name="Content placeholder 47" descr="Click icon to add picture">
            <a:extLst>
              <a:ext uri="{FF2B5EF4-FFF2-40B4-BE49-F238E27FC236}">
                <a16:creationId xmlns:a16="http://schemas.microsoft.com/office/drawing/2014/main" id="{EA8265B5-83C5-4AE9-88AB-3F2443B57F00}"/>
              </a:ext>
            </a:extLst>
          </p:cNvPr>
          <p:cNvSpPr>
            <a:spLocks noGrp="1"/>
          </p:cNvSpPr>
          <p:nvPr>
            <p:ph type="body" sz="quarter" idx="28"/>
          </p:nvPr>
        </p:nvSpPr>
        <p:spPr>
          <a:xfrm>
            <a:off x="1260894" y="4172084"/>
            <a:ext cx="4912598" cy="914400"/>
          </a:xfrm>
          <a:prstGeom prst="rect">
            <a:avLst/>
          </a:prstGeom>
        </p:spPr>
        <p:txBody>
          <a:bodyPr>
            <a:normAutofit/>
          </a:bodyPr>
          <a:lstStyle>
            <a:lvl1pPr marL="0" indent="0">
              <a:lnSpc>
                <a:spcPct val="100000"/>
              </a:lnSpc>
              <a:buNone/>
              <a:defRPr sz="2000" b="0">
                <a:solidFill>
                  <a:schemeClr val="bg1"/>
                </a:solidFill>
              </a:defRPr>
            </a:lvl1pPr>
            <a:lvl2pPr>
              <a:defRPr sz="1000"/>
            </a:lvl2pPr>
            <a:lvl3pPr>
              <a:defRPr sz="900"/>
            </a:lvl3pPr>
            <a:lvl4pPr>
              <a:defRPr sz="800"/>
            </a:lvl4pPr>
            <a:lvl5pPr>
              <a:defRPr sz="800"/>
            </a:lvl5pPr>
          </a:lstStyle>
          <a:p>
            <a:pPr lvl="0"/>
            <a:r>
              <a:rPr lang="en-US" altLang="zh-CN" noProof="0"/>
              <a:t>Click to edit Master text styles</a:t>
            </a:r>
          </a:p>
        </p:txBody>
      </p:sp>
      <p:sp>
        <p:nvSpPr>
          <p:cNvPr id="47" name="Content placeholder 47">
            <a:extLst>
              <a:ext uri="{FF2B5EF4-FFF2-40B4-BE49-F238E27FC236}">
                <a16:creationId xmlns:a16="http://schemas.microsoft.com/office/drawing/2014/main" id="{0FFAAB58-ABE4-41AC-B94E-432936CE0301}"/>
              </a:ext>
            </a:extLst>
          </p:cNvPr>
          <p:cNvSpPr>
            <a:spLocks noGrp="1"/>
          </p:cNvSpPr>
          <p:nvPr>
            <p:ph type="pic" sz="quarter" idx="47" hasCustomPrompt="1"/>
          </p:nvPr>
        </p:nvSpPr>
        <p:spPr>
          <a:xfrm>
            <a:off x="6742557" y="821836"/>
            <a:ext cx="4405503" cy="5066346"/>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a:solidFill>
                  <a:schemeClr val="bg1"/>
                </a:solidFill>
              </a:defRPr>
            </a:lvl1pPr>
          </a:lstStyle>
          <a:p>
            <a:r>
              <a:rPr lang="en-US" altLang="zh-CN" noProof="0" dirty="0"/>
              <a:t>Click icon to add picture≈≈</a:t>
            </a:r>
          </a:p>
        </p:txBody>
      </p:sp>
      <p:sp>
        <p:nvSpPr>
          <p:cNvPr id="9" name="Freeform: Shape 11">
            <a:extLst>
              <a:ext uri="{FF2B5EF4-FFF2-40B4-BE49-F238E27FC236}">
                <a16:creationId xmlns:a16="http://schemas.microsoft.com/office/drawing/2014/main" id="{9ECA281C-F2CB-AE9D-DCD6-F94D3FEE2E67}"/>
              </a:ext>
            </a:extLst>
          </p:cNvPr>
          <p:cNvSpPr/>
          <p:nvPr userDrawn="1"/>
        </p:nvSpPr>
        <p:spPr>
          <a:xfrm>
            <a:off x="7441324" y="5568778"/>
            <a:ext cx="829927" cy="949454"/>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2"/>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Tree>
    <p:extLst>
      <p:ext uri="{BB962C8B-B14F-4D97-AF65-F5344CB8AC3E}">
        <p14:creationId xmlns:p14="http://schemas.microsoft.com/office/powerpoint/2010/main" val="3496649517"/>
      </p:ext>
    </p:extLst>
  </p:cSld>
  <p:clrMapOvr>
    <a:masterClrMapping/>
  </p:clrMapOvr>
  <p:extLst>
    <p:ext uri="{DCECCB84-F9BA-43D5-87BE-67443E8EF086}">
      <p15:sldGuideLst xmlns:p15="http://schemas.microsoft.com/office/powerpoint/2012/main">
        <p15:guide id="1" pos="528">
          <p15:clr>
            <a:srgbClr val="FBAE40"/>
          </p15:clr>
        </p15:guide>
        <p15:guide id="2" orient="horz" pos="528">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5518B595-5A04-0768-52B1-73F11E4754EA}"/>
              </a:ext>
            </a:extLst>
          </p:cNvPr>
          <p:cNvSpPr>
            <a:spLocks noGrp="1"/>
          </p:cNvSpPr>
          <p:nvPr>
            <p:ph type="title"/>
          </p:nvPr>
        </p:nvSpPr>
        <p:spPr>
          <a:xfrm>
            <a:off x="914400" y="3429000"/>
            <a:ext cx="4206240" cy="2377440"/>
          </a:xfrm>
        </p:spPr>
        <p:txBody>
          <a:bodyPr anchor="t">
            <a:noAutofit/>
          </a:bodyPr>
          <a:lstStyle>
            <a:lvl1pPr>
              <a:defRPr sz="3600"/>
            </a:lvl1pPr>
          </a:lstStyle>
          <a:p>
            <a:r>
              <a:rPr lang="en-US" noProof="0"/>
              <a:t>Click to edit Master title style</a:t>
            </a:r>
            <a:endParaRPr lang="en-US" noProof="0" dirty="0"/>
          </a:p>
        </p:txBody>
      </p:sp>
      <p:sp>
        <p:nvSpPr>
          <p:cNvPr id="6" name="Content Placeholder 4">
            <a:extLst>
              <a:ext uri="{FF2B5EF4-FFF2-40B4-BE49-F238E27FC236}">
                <a16:creationId xmlns:a16="http://schemas.microsoft.com/office/drawing/2014/main" id="{73CCCCFD-E0FE-BDB7-CF9D-FCA345E6BA55}"/>
              </a:ext>
            </a:extLst>
          </p:cNvPr>
          <p:cNvSpPr>
            <a:spLocks noGrp="1"/>
          </p:cNvSpPr>
          <p:nvPr>
            <p:ph sz="quarter" idx="35"/>
          </p:nvPr>
        </p:nvSpPr>
        <p:spPr>
          <a:xfrm>
            <a:off x="5394325" y="3429000"/>
            <a:ext cx="3475038" cy="2378075"/>
          </a:xfrm>
        </p:spPr>
        <p:txBody>
          <a:bodyPr anchor="ctr"/>
          <a:lstStyle>
            <a:lvl1pPr marL="347472">
              <a:defRPr sz="2000"/>
            </a:lvl1pPr>
            <a:lvl2pPr>
              <a:defRPr sz="2000"/>
            </a:lvl2pPr>
            <a:lvl3pPr>
              <a:defRPr sz="2000"/>
            </a:lvl3pPr>
            <a:lvl4pPr>
              <a:defRPr sz="2000"/>
            </a:lvl4pPr>
            <a:lvl5pP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reeform: Shape 4">
            <a:extLst>
              <a:ext uri="{FF2B5EF4-FFF2-40B4-BE49-F238E27FC236}">
                <a16:creationId xmlns:a16="http://schemas.microsoft.com/office/drawing/2014/main" id="{AE722AFD-22D7-4BD8-B055-3867C3800E16}"/>
              </a:ext>
            </a:extLst>
          </p:cNvPr>
          <p:cNvSpPr/>
          <p:nvPr userDrawn="1"/>
        </p:nvSpPr>
        <p:spPr>
          <a:xfrm>
            <a:off x="6282845" y="525294"/>
            <a:ext cx="1913128" cy="214008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13" name="Freeform: Shape 12">
            <a:extLst>
              <a:ext uri="{FF2B5EF4-FFF2-40B4-BE49-F238E27FC236}">
                <a16:creationId xmlns:a16="http://schemas.microsoft.com/office/drawing/2014/main" id="{5D0355E4-3980-42A9-9376-74163520D39D}"/>
              </a:ext>
            </a:extLst>
          </p:cNvPr>
          <p:cNvSpPr/>
          <p:nvPr userDrawn="1"/>
        </p:nvSpPr>
        <p:spPr>
          <a:xfrm>
            <a:off x="8375472" y="496110"/>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16" name="Freeform: Shape 15">
            <a:extLst>
              <a:ext uri="{FF2B5EF4-FFF2-40B4-BE49-F238E27FC236}">
                <a16:creationId xmlns:a16="http://schemas.microsoft.com/office/drawing/2014/main" id="{B9D430ED-A815-4274-966C-8192C4230569}"/>
              </a:ext>
            </a:extLst>
          </p:cNvPr>
          <p:cNvSpPr/>
          <p:nvPr userDrawn="1"/>
        </p:nvSpPr>
        <p:spPr>
          <a:xfrm>
            <a:off x="9403474" y="2310314"/>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29" name="Freeform 28">
            <a:extLst>
              <a:ext uri="{FF2B5EF4-FFF2-40B4-BE49-F238E27FC236}">
                <a16:creationId xmlns:a16="http://schemas.microsoft.com/office/drawing/2014/main" id="{0B88ADED-0863-78D3-7710-E131932E965F}"/>
              </a:ext>
            </a:extLst>
          </p:cNvPr>
          <p:cNvSpPr/>
          <p:nvPr userDrawn="1"/>
        </p:nvSpPr>
        <p:spPr>
          <a:xfrm>
            <a:off x="10460480" y="505838"/>
            <a:ext cx="1731521" cy="2159541"/>
          </a:xfrm>
          <a:custGeom>
            <a:avLst/>
            <a:gdLst>
              <a:gd name="connsiteX0" fmla="*/ 953758 w 1731521"/>
              <a:gd name="connsiteY0" fmla="*/ 0 h 2159541"/>
              <a:gd name="connsiteX1" fmla="*/ 1731521 w 1731521"/>
              <a:gd name="connsiteY1" fmla="*/ 438909 h 2159541"/>
              <a:gd name="connsiteX2" fmla="*/ 1731521 w 1731521"/>
              <a:gd name="connsiteY2" fmla="*/ 1724628 h 2159541"/>
              <a:gd name="connsiteX3" fmla="*/ 956364 w 1731521"/>
              <a:gd name="connsiteY3" fmla="*/ 2159541 h 2159541"/>
              <a:gd name="connsiteX4" fmla="*/ 0 w 1731521"/>
              <a:gd name="connsiteY4" fmla="*/ 1623503 h 2159541"/>
              <a:gd name="connsiteX5" fmla="*/ 0 w 1731521"/>
              <a:gd name="connsiteY5" fmla="*/ 543733 h 2159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31521" h="2159541">
                <a:moveTo>
                  <a:pt x="953758" y="0"/>
                </a:moveTo>
                <a:lnTo>
                  <a:pt x="1731521" y="438909"/>
                </a:lnTo>
                <a:lnTo>
                  <a:pt x="1731521" y="1724628"/>
                </a:lnTo>
                <a:lnTo>
                  <a:pt x="956364" y="2159541"/>
                </a:lnTo>
                <a:lnTo>
                  <a:pt x="0" y="1623503"/>
                </a:lnTo>
                <a:lnTo>
                  <a:pt x="0" y="543733"/>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8" name="Freeform 27">
            <a:extLst>
              <a:ext uri="{FF2B5EF4-FFF2-40B4-BE49-F238E27FC236}">
                <a16:creationId xmlns:a16="http://schemas.microsoft.com/office/drawing/2014/main" id="{32435EB1-8BEE-9EEE-D9E4-E53D56B7E09C}"/>
              </a:ext>
            </a:extLst>
          </p:cNvPr>
          <p:cNvSpPr/>
          <p:nvPr userDrawn="1"/>
        </p:nvSpPr>
        <p:spPr>
          <a:xfrm>
            <a:off x="11498097" y="2436654"/>
            <a:ext cx="698022" cy="1868948"/>
          </a:xfrm>
          <a:custGeom>
            <a:avLst/>
            <a:gdLst>
              <a:gd name="connsiteX0" fmla="*/ 698022 w 698022"/>
              <a:gd name="connsiteY0" fmla="*/ 0 h 1868948"/>
              <a:gd name="connsiteX1" fmla="*/ 698022 w 698022"/>
              <a:gd name="connsiteY1" fmla="*/ 1868948 h 1868948"/>
              <a:gd name="connsiteX2" fmla="*/ 0 w 698022"/>
              <a:gd name="connsiteY2" fmla="*/ 1477709 h 1868948"/>
              <a:gd name="connsiteX3" fmla="*/ 0 w 698022"/>
              <a:gd name="connsiteY3" fmla="*/ 397939 h 1868948"/>
            </a:gdLst>
            <a:ahLst/>
            <a:cxnLst>
              <a:cxn ang="0">
                <a:pos x="connsiteX0" y="connsiteY0"/>
              </a:cxn>
              <a:cxn ang="0">
                <a:pos x="connsiteX1" y="connsiteY1"/>
              </a:cxn>
              <a:cxn ang="0">
                <a:pos x="connsiteX2" y="connsiteY2"/>
              </a:cxn>
              <a:cxn ang="0">
                <a:pos x="connsiteX3" y="connsiteY3"/>
              </a:cxn>
            </a:cxnLst>
            <a:rect l="l" t="t" r="r" b="b"/>
            <a:pathLst>
              <a:path w="698022" h="1868948">
                <a:moveTo>
                  <a:pt x="698022" y="0"/>
                </a:moveTo>
                <a:lnTo>
                  <a:pt x="698022" y="1868948"/>
                </a:lnTo>
                <a:lnTo>
                  <a:pt x="0" y="1477709"/>
                </a:lnTo>
                <a:lnTo>
                  <a:pt x="0" y="397939"/>
                </a:lnTo>
                <a:close/>
              </a:path>
            </a:pathLst>
          </a:cu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0" name="Freeform 29">
            <a:extLst>
              <a:ext uri="{FF2B5EF4-FFF2-40B4-BE49-F238E27FC236}">
                <a16:creationId xmlns:a16="http://schemas.microsoft.com/office/drawing/2014/main" id="{2692688E-3654-181E-6244-F2CED7612746}"/>
              </a:ext>
            </a:extLst>
          </p:cNvPr>
          <p:cNvSpPr/>
          <p:nvPr userDrawn="1"/>
        </p:nvSpPr>
        <p:spPr>
          <a:xfrm>
            <a:off x="10460480" y="4114794"/>
            <a:ext cx="1731521" cy="2159541"/>
          </a:xfrm>
          <a:custGeom>
            <a:avLst/>
            <a:gdLst>
              <a:gd name="connsiteX0" fmla="*/ 953758 w 1731521"/>
              <a:gd name="connsiteY0" fmla="*/ 0 h 2159541"/>
              <a:gd name="connsiteX1" fmla="*/ 1731521 w 1731521"/>
              <a:gd name="connsiteY1" fmla="*/ 438909 h 2159541"/>
              <a:gd name="connsiteX2" fmla="*/ 1731521 w 1731521"/>
              <a:gd name="connsiteY2" fmla="*/ 1724629 h 2159541"/>
              <a:gd name="connsiteX3" fmla="*/ 956364 w 1731521"/>
              <a:gd name="connsiteY3" fmla="*/ 2159541 h 2159541"/>
              <a:gd name="connsiteX4" fmla="*/ 0 w 1731521"/>
              <a:gd name="connsiteY4" fmla="*/ 1623503 h 2159541"/>
              <a:gd name="connsiteX5" fmla="*/ 0 w 1731521"/>
              <a:gd name="connsiteY5" fmla="*/ 543733 h 2159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31521" h="2159541">
                <a:moveTo>
                  <a:pt x="953758" y="0"/>
                </a:moveTo>
                <a:lnTo>
                  <a:pt x="1731521" y="438909"/>
                </a:lnTo>
                <a:lnTo>
                  <a:pt x="1731521" y="1724629"/>
                </a:lnTo>
                <a:lnTo>
                  <a:pt x="956364" y="2159541"/>
                </a:lnTo>
                <a:lnTo>
                  <a:pt x="0" y="1623503"/>
                </a:lnTo>
                <a:lnTo>
                  <a:pt x="0" y="543733"/>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 name="Footer Placeholder 1">
            <a:extLst>
              <a:ext uri="{FF2B5EF4-FFF2-40B4-BE49-F238E27FC236}">
                <a16:creationId xmlns:a16="http://schemas.microsoft.com/office/drawing/2014/main" id="{D6B1A7E0-D0BF-7FCA-D296-94BFC0D611C5}"/>
              </a:ext>
            </a:extLst>
          </p:cNvPr>
          <p:cNvSpPr>
            <a:spLocks noGrp="1"/>
          </p:cNvSpPr>
          <p:nvPr>
            <p:ph type="ftr" sz="quarter" idx="33"/>
          </p:nvPr>
        </p:nvSpPr>
        <p:spPr/>
        <p:txBody>
          <a:bodyPr/>
          <a:lstStyle/>
          <a:p>
            <a:endParaRPr lang="en-US" noProof="0" dirty="0"/>
          </a:p>
        </p:txBody>
      </p:sp>
      <p:sp>
        <p:nvSpPr>
          <p:cNvPr id="3" name="Slide Number Placeholder 2">
            <a:extLst>
              <a:ext uri="{FF2B5EF4-FFF2-40B4-BE49-F238E27FC236}">
                <a16:creationId xmlns:a16="http://schemas.microsoft.com/office/drawing/2014/main" id="{FCAC10D1-DF42-8734-0793-84312B963E62}"/>
              </a:ext>
            </a:extLst>
          </p:cNvPr>
          <p:cNvSpPr>
            <a:spLocks noGrp="1"/>
          </p:cNvSpPr>
          <p:nvPr>
            <p:ph type="sldNum" sz="quarter" idx="34"/>
          </p:nvPr>
        </p:nvSpPr>
        <p:spPr/>
        <p:txBody>
          <a:bodyPr/>
          <a:lstStyle/>
          <a:p>
            <a:fld id="{47FEACEE-25B4-4A2D-B147-27296E36371D}" type="slidenum">
              <a:rPr lang="en-US" altLang="zh-CN" noProof="0" smtClean="0"/>
              <a:pPr/>
              <a:t>‹#›</a:t>
            </a:fld>
            <a:endParaRPr lang="en-US" altLang="zh-CN" noProof="0" dirty="0"/>
          </a:p>
        </p:txBody>
      </p:sp>
      <p:sp>
        <p:nvSpPr>
          <p:cNvPr id="8" name="Freeform 7">
            <a:extLst>
              <a:ext uri="{FF2B5EF4-FFF2-40B4-BE49-F238E27FC236}">
                <a16:creationId xmlns:a16="http://schemas.microsoft.com/office/drawing/2014/main" id="{24C8F37E-3F74-F3FA-C9D8-7083DF2BBECC}"/>
              </a:ext>
            </a:extLst>
          </p:cNvPr>
          <p:cNvSpPr/>
          <p:nvPr userDrawn="1"/>
        </p:nvSpPr>
        <p:spPr>
          <a:xfrm>
            <a:off x="7325349" y="0"/>
            <a:ext cx="1911968" cy="866964"/>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noFill/>
          <a:ln w="190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Freeform 8">
            <a:extLst>
              <a:ext uri="{FF2B5EF4-FFF2-40B4-BE49-F238E27FC236}">
                <a16:creationId xmlns:a16="http://schemas.microsoft.com/office/drawing/2014/main" id="{FB905CE6-1C2F-E053-4D14-6B86F4EFDC10}"/>
              </a:ext>
            </a:extLst>
          </p:cNvPr>
          <p:cNvSpPr/>
          <p:nvPr userDrawn="1"/>
        </p:nvSpPr>
        <p:spPr>
          <a:xfrm>
            <a:off x="9416816" y="0"/>
            <a:ext cx="1911968" cy="866964"/>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0" name="Freeform: Shape 12">
            <a:extLst>
              <a:ext uri="{FF2B5EF4-FFF2-40B4-BE49-F238E27FC236}">
                <a16:creationId xmlns:a16="http://schemas.microsoft.com/office/drawing/2014/main" id="{0B2D3BF4-495E-23C2-9911-15BC9E0D8EA7}"/>
              </a:ext>
            </a:extLst>
          </p:cNvPr>
          <p:cNvSpPr/>
          <p:nvPr userDrawn="1"/>
        </p:nvSpPr>
        <p:spPr>
          <a:xfrm>
            <a:off x="1571157" y="505838"/>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18" name="Freeform 17">
            <a:extLst>
              <a:ext uri="{FF2B5EF4-FFF2-40B4-BE49-F238E27FC236}">
                <a16:creationId xmlns:a16="http://schemas.microsoft.com/office/drawing/2014/main" id="{62629C19-89EB-BC19-9230-7F7675E16EFF}"/>
              </a:ext>
            </a:extLst>
          </p:cNvPr>
          <p:cNvSpPr/>
          <p:nvPr userDrawn="1"/>
        </p:nvSpPr>
        <p:spPr>
          <a:xfrm>
            <a:off x="521034" y="0"/>
            <a:ext cx="1911968" cy="866964"/>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accent2"/>
          </a:solidFill>
          <a:ln w="190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1143481105"/>
      </p:ext>
    </p:extLst>
  </p:cSld>
  <p:clrMapOvr>
    <a:masterClrMapping/>
  </p:clrMapOvr>
  <p:extLst>
    <p:ext uri="{DCECCB84-F9BA-43D5-87BE-67443E8EF086}">
      <p15:sldGuideLst xmlns:p15="http://schemas.microsoft.com/office/powerpoint/2012/main">
        <p15:guide id="1" orient="horz" pos="528">
          <p15:clr>
            <a:srgbClr val="FBAE40"/>
          </p15:clr>
        </p15:guide>
        <p15:guide id="2" pos="504"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break">
    <p:bg>
      <p:bgPr>
        <a:solidFill>
          <a:schemeClr val="accent6"/>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EC2501B-DEA6-190E-3633-E32F635B7CE1}"/>
              </a:ext>
            </a:extLst>
          </p:cNvPr>
          <p:cNvSpPr>
            <a:spLocks noGrp="1"/>
          </p:cNvSpPr>
          <p:nvPr>
            <p:ph type="title"/>
          </p:nvPr>
        </p:nvSpPr>
        <p:spPr>
          <a:xfrm>
            <a:off x="5998464" y="731520"/>
            <a:ext cx="5029200" cy="3291840"/>
          </a:xfrm>
        </p:spPr>
        <p:txBody>
          <a:bodyPr anchor="b">
            <a:normAutofit/>
          </a:bodyPr>
          <a:lstStyle/>
          <a:p>
            <a:r>
              <a:rPr lang="en-US" noProof="0"/>
              <a:t>Click to edit Master title style</a:t>
            </a:r>
            <a:endParaRPr lang="en-US" noProof="0" dirty="0"/>
          </a:p>
        </p:txBody>
      </p:sp>
      <p:sp>
        <p:nvSpPr>
          <p:cNvPr id="27" name="Content placeholder 47" descr="Click icon to add picture">
            <a:extLst>
              <a:ext uri="{FF2B5EF4-FFF2-40B4-BE49-F238E27FC236}">
                <a16:creationId xmlns:a16="http://schemas.microsoft.com/office/drawing/2014/main" id="{EA8265B5-83C5-4AE9-88AB-3F2443B57F00}"/>
              </a:ext>
            </a:extLst>
          </p:cNvPr>
          <p:cNvSpPr>
            <a:spLocks noGrp="1"/>
          </p:cNvSpPr>
          <p:nvPr>
            <p:ph type="body" sz="quarter" idx="28"/>
          </p:nvPr>
        </p:nvSpPr>
        <p:spPr>
          <a:xfrm>
            <a:off x="6117336" y="4172084"/>
            <a:ext cx="4910328" cy="1005840"/>
          </a:xfrm>
          <a:prstGeom prst="rect">
            <a:avLst/>
          </a:prstGeom>
        </p:spPr>
        <p:txBody>
          <a:bodyPr>
            <a:normAutofit/>
          </a:bodyPr>
          <a:lstStyle>
            <a:lvl1pPr marL="0" indent="0">
              <a:lnSpc>
                <a:spcPct val="100000"/>
              </a:lnSpc>
              <a:buNone/>
              <a:defRPr sz="1800" b="0">
                <a:solidFill>
                  <a:schemeClr val="bg1"/>
                </a:solidFill>
              </a:defRPr>
            </a:lvl1pPr>
            <a:lvl2pPr>
              <a:defRPr sz="1000"/>
            </a:lvl2pPr>
            <a:lvl3pPr>
              <a:defRPr sz="900"/>
            </a:lvl3pPr>
            <a:lvl4pPr>
              <a:defRPr sz="800"/>
            </a:lvl4pPr>
            <a:lvl5pPr>
              <a:defRPr sz="800"/>
            </a:lvl5pPr>
          </a:lstStyle>
          <a:p>
            <a:pPr lvl="0"/>
            <a:r>
              <a:rPr lang="en-US" altLang="zh-CN" noProof="0"/>
              <a:t>Click to edit Master text styles</a:t>
            </a:r>
          </a:p>
        </p:txBody>
      </p:sp>
      <p:sp>
        <p:nvSpPr>
          <p:cNvPr id="2" name="Freeform: Shape 5">
            <a:extLst>
              <a:ext uri="{FF2B5EF4-FFF2-40B4-BE49-F238E27FC236}">
                <a16:creationId xmlns:a16="http://schemas.microsoft.com/office/drawing/2014/main" id="{B17C1EC9-3787-8D41-B5F1-BF16FD5C7ACB}"/>
              </a:ext>
            </a:extLst>
          </p:cNvPr>
          <p:cNvSpPr/>
          <p:nvPr userDrawn="1"/>
        </p:nvSpPr>
        <p:spPr>
          <a:xfrm>
            <a:off x="3843559" y="722518"/>
            <a:ext cx="1244907" cy="140525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4" name="Freeform: Shape 6">
            <a:extLst>
              <a:ext uri="{FF2B5EF4-FFF2-40B4-BE49-F238E27FC236}">
                <a16:creationId xmlns:a16="http://schemas.microsoft.com/office/drawing/2014/main" id="{E945D8B2-8BED-B43F-8D56-AB19D0D29970}"/>
              </a:ext>
            </a:extLst>
          </p:cNvPr>
          <p:cNvSpPr/>
          <p:nvPr userDrawn="1"/>
        </p:nvSpPr>
        <p:spPr>
          <a:xfrm>
            <a:off x="1223929" y="1436914"/>
            <a:ext cx="2857005" cy="326977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600" noProof="0" dirty="0"/>
          </a:p>
        </p:txBody>
      </p:sp>
      <p:sp>
        <p:nvSpPr>
          <p:cNvPr id="5" name="Freeform: Shape 7">
            <a:extLst>
              <a:ext uri="{FF2B5EF4-FFF2-40B4-BE49-F238E27FC236}">
                <a16:creationId xmlns:a16="http://schemas.microsoft.com/office/drawing/2014/main" id="{3853EA5E-735A-20F3-684A-C0AD030EC2D4}"/>
              </a:ext>
            </a:extLst>
          </p:cNvPr>
          <p:cNvSpPr/>
          <p:nvPr userDrawn="1"/>
        </p:nvSpPr>
        <p:spPr>
          <a:xfrm>
            <a:off x="758702" y="3457554"/>
            <a:ext cx="1208037" cy="138175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6" name="Freeform: Shape 11">
            <a:extLst>
              <a:ext uri="{FF2B5EF4-FFF2-40B4-BE49-F238E27FC236}">
                <a16:creationId xmlns:a16="http://schemas.microsoft.com/office/drawing/2014/main" id="{75DB4848-0824-8316-ED27-44DF37AD6F3D}"/>
              </a:ext>
            </a:extLst>
          </p:cNvPr>
          <p:cNvSpPr/>
          <p:nvPr userDrawn="1"/>
        </p:nvSpPr>
        <p:spPr>
          <a:xfrm>
            <a:off x="2917915" y="4662164"/>
            <a:ext cx="663381" cy="75892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2"/>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cxnSp>
        <p:nvCxnSpPr>
          <p:cNvPr id="7" name="Straight Connector 2">
            <a:extLst>
              <a:ext uri="{FF2B5EF4-FFF2-40B4-BE49-F238E27FC236}">
                <a16:creationId xmlns:a16="http://schemas.microsoft.com/office/drawing/2014/main" id="{8784B377-2FE4-4091-C29F-46938ECFA73E}"/>
              </a:ext>
            </a:extLst>
          </p:cNvPr>
          <p:cNvCxnSpPr/>
          <p:nvPr userDrawn="1"/>
        </p:nvCxnSpPr>
        <p:spPr>
          <a:xfrm>
            <a:off x="5998709" y="4172084"/>
            <a:ext cx="0" cy="760288"/>
          </a:xfrm>
          <a:prstGeom prst="line">
            <a:avLst/>
          </a:prstGeom>
          <a:noFill/>
          <a:ln w="19050" cap="flat" cmpd="sng" algn="ctr">
            <a:solidFill>
              <a:srgbClr val="D84400"/>
            </a:solidFill>
            <a:prstDash val="solid"/>
            <a:miter lim="800000"/>
          </a:ln>
          <a:effectLst/>
        </p:spPr>
      </p:cxnSp>
    </p:spTree>
    <p:extLst>
      <p:ext uri="{BB962C8B-B14F-4D97-AF65-F5344CB8AC3E}">
        <p14:creationId xmlns:p14="http://schemas.microsoft.com/office/powerpoint/2010/main" val="2612047778"/>
      </p:ext>
    </p:extLst>
  </p:cSld>
  <p:clrMapOvr>
    <a:masterClrMapping/>
  </p:clrMapOvr>
  <p:extLst>
    <p:ext uri="{DCECCB84-F9BA-43D5-87BE-67443E8EF086}">
      <p15:sldGuideLst xmlns:p15="http://schemas.microsoft.com/office/powerpoint/2012/main">
        <p15:guide id="1" pos="528">
          <p15:clr>
            <a:srgbClr val="FBAE40"/>
          </p15:clr>
        </p15:guide>
        <p15:guide id="2" orient="horz" pos="528">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obj">
  <p:cSld name="Title and content 01">
    <p:spTree>
      <p:nvGrpSpPr>
        <p:cNvPr id="1" name=""/>
        <p:cNvGrpSpPr/>
        <p:nvPr/>
      </p:nvGrpSpPr>
      <p:grpSpPr>
        <a:xfrm>
          <a:off x="0" y="0"/>
          <a:ext cx="0" cy="0"/>
          <a:chOff x="0" y="0"/>
          <a:chExt cx="0" cy="0"/>
        </a:xfrm>
      </p:grpSpPr>
      <p:grpSp>
        <p:nvGrpSpPr>
          <p:cNvPr id="18" name="Group 17">
            <a:extLst>
              <a:ext uri="{FF2B5EF4-FFF2-40B4-BE49-F238E27FC236}">
                <a16:creationId xmlns:a16="http://schemas.microsoft.com/office/drawing/2014/main" id="{E820F9CA-E84D-E159-524A-398712EC6AFE}"/>
              </a:ext>
            </a:extLst>
          </p:cNvPr>
          <p:cNvGrpSpPr/>
          <p:nvPr userDrawn="1"/>
        </p:nvGrpSpPr>
        <p:grpSpPr>
          <a:xfrm>
            <a:off x="879765" y="-10376"/>
            <a:ext cx="10794247" cy="1864808"/>
            <a:chOff x="879765" y="-10376"/>
            <a:chExt cx="10794247" cy="1864808"/>
          </a:xfrm>
        </p:grpSpPr>
        <p:sp>
          <p:nvSpPr>
            <p:cNvPr id="12" name="Freeform: Shape 12">
              <a:extLst>
                <a:ext uri="{FF2B5EF4-FFF2-40B4-BE49-F238E27FC236}">
                  <a16:creationId xmlns:a16="http://schemas.microsoft.com/office/drawing/2014/main" id="{7674207A-3643-0D40-E3B5-F11FCACBAA74}"/>
                </a:ext>
              </a:extLst>
            </p:cNvPr>
            <p:cNvSpPr/>
            <p:nvPr/>
          </p:nvSpPr>
          <p:spPr>
            <a:xfrm>
              <a:off x="8893126" y="351937"/>
              <a:ext cx="1331054" cy="150249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7" name="Freeform: Shape 12">
              <a:extLst>
                <a:ext uri="{FF2B5EF4-FFF2-40B4-BE49-F238E27FC236}">
                  <a16:creationId xmlns:a16="http://schemas.microsoft.com/office/drawing/2014/main" id="{9619B847-88FE-63C2-96AC-161C08F5934F}"/>
                </a:ext>
              </a:extLst>
            </p:cNvPr>
            <p:cNvSpPr/>
            <p:nvPr/>
          </p:nvSpPr>
          <p:spPr>
            <a:xfrm>
              <a:off x="5985740" y="345168"/>
              <a:ext cx="1331054" cy="150249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8" name="Freeform 6">
              <a:extLst>
                <a:ext uri="{FF2B5EF4-FFF2-40B4-BE49-F238E27FC236}">
                  <a16:creationId xmlns:a16="http://schemas.microsoft.com/office/drawing/2014/main" id="{228172F9-6711-D31B-2F7B-A4ECDEAB360C}"/>
                </a:ext>
              </a:extLst>
            </p:cNvPr>
            <p:cNvSpPr/>
            <p:nvPr/>
          </p:nvSpPr>
          <p:spPr>
            <a:xfrm>
              <a:off x="5255120" y="0"/>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accent1">
                <a:lumMod val="60000"/>
                <a:lumOff val="40000"/>
              </a:schemeClr>
            </a:solidFill>
            <a:ln w="190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Freeform 7">
              <a:extLst>
                <a:ext uri="{FF2B5EF4-FFF2-40B4-BE49-F238E27FC236}">
                  <a16:creationId xmlns:a16="http://schemas.microsoft.com/office/drawing/2014/main" id="{1732E38F-F657-48F0-5783-63C7EDB52F87}"/>
                </a:ext>
              </a:extLst>
            </p:cNvPr>
            <p:cNvSpPr/>
            <p:nvPr/>
          </p:nvSpPr>
          <p:spPr>
            <a:xfrm>
              <a:off x="6710252" y="0"/>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0" name="Freeform: Shape 12">
              <a:extLst>
                <a:ext uri="{FF2B5EF4-FFF2-40B4-BE49-F238E27FC236}">
                  <a16:creationId xmlns:a16="http://schemas.microsoft.com/office/drawing/2014/main" id="{601F8F38-CEFA-8374-19C9-69BA4F7D10DF}"/>
                </a:ext>
              </a:extLst>
            </p:cNvPr>
            <p:cNvSpPr/>
            <p:nvPr/>
          </p:nvSpPr>
          <p:spPr>
            <a:xfrm>
              <a:off x="1610385" y="351937"/>
              <a:ext cx="1331054" cy="150249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11" name="Freeform 9">
              <a:extLst>
                <a:ext uri="{FF2B5EF4-FFF2-40B4-BE49-F238E27FC236}">
                  <a16:creationId xmlns:a16="http://schemas.microsoft.com/office/drawing/2014/main" id="{0659428E-002A-3B5E-D9E8-A2B206826D40}"/>
                </a:ext>
              </a:extLst>
            </p:cNvPr>
            <p:cNvSpPr/>
            <p:nvPr/>
          </p:nvSpPr>
          <p:spPr>
            <a:xfrm>
              <a:off x="879765" y="0"/>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accent1">
                <a:lumMod val="60000"/>
                <a:lumOff val="40000"/>
              </a:schemeClr>
            </a:solidFill>
            <a:ln w="190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3" name="Freeform 12">
              <a:extLst>
                <a:ext uri="{FF2B5EF4-FFF2-40B4-BE49-F238E27FC236}">
                  <a16:creationId xmlns:a16="http://schemas.microsoft.com/office/drawing/2014/main" id="{F3F6BB30-EA63-53B6-1493-0B0220BC1FF8}"/>
                </a:ext>
              </a:extLst>
            </p:cNvPr>
            <p:cNvSpPr/>
            <p:nvPr/>
          </p:nvSpPr>
          <p:spPr>
            <a:xfrm>
              <a:off x="2336512" y="-10376"/>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noFill/>
            <a:ln w="190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13">
              <a:extLst>
                <a:ext uri="{FF2B5EF4-FFF2-40B4-BE49-F238E27FC236}">
                  <a16:creationId xmlns:a16="http://schemas.microsoft.com/office/drawing/2014/main" id="{3B6E5B6F-28D6-E7F3-B009-0B5623E38F22}"/>
                </a:ext>
              </a:extLst>
            </p:cNvPr>
            <p:cNvSpPr/>
            <p:nvPr/>
          </p:nvSpPr>
          <p:spPr>
            <a:xfrm>
              <a:off x="8160084" y="-10376"/>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noFill/>
            <a:ln w="190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5" name="Freeform 14">
              <a:extLst>
                <a:ext uri="{FF2B5EF4-FFF2-40B4-BE49-F238E27FC236}">
                  <a16:creationId xmlns:a16="http://schemas.microsoft.com/office/drawing/2014/main" id="{4817D92F-B8AA-2300-DC90-9AA1D5E54408}"/>
                </a:ext>
              </a:extLst>
            </p:cNvPr>
            <p:cNvSpPr/>
            <p:nvPr/>
          </p:nvSpPr>
          <p:spPr>
            <a:xfrm>
              <a:off x="9615216" y="0"/>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2">
              <a:extLst>
                <a:ext uri="{FF2B5EF4-FFF2-40B4-BE49-F238E27FC236}">
                  <a16:creationId xmlns:a16="http://schemas.microsoft.com/office/drawing/2014/main" id="{F40AC1C2-6632-AEFE-E7DF-2E1BB06D857A}"/>
                </a:ext>
              </a:extLst>
            </p:cNvPr>
            <p:cNvSpPr/>
            <p:nvPr/>
          </p:nvSpPr>
          <p:spPr>
            <a:xfrm>
              <a:off x="10342958" y="320527"/>
              <a:ext cx="1331054" cy="150249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grpSp>
      <p:sp>
        <p:nvSpPr>
          <p:cNvPr id="2" name="Title 1"/>
          <p:cNvSpPr>
            <a:spLocks noGrp="1"/>
          </p:cNvSpPr>
          <p:nvPr>
            <p:ph type="title"/>
          </p:nvPr>
        </p:nvSpPr>
        <p:spPr>
          <a:xfrm>
            <a:off x="914400" y="2487168"/>
            <a:ext cx="4572000" cy="3383280"/>
          </a:xfrm>
        </p:spPr>
        <p:txBody>
          <a:bodyPr anchor="t">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a:xfrm>
            <a:off x="6217920" y="2487168"/>
            <a:ext cx="5029200" cy="3383280"/>
          </a:xfrm>
        </p:spPr>
        <p:txBody>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extLst>
      <p:ext uri="{BB962C8B-B14F-4D97-AF65-F5344CB8AC3E}">
        <p14:creationId xmlns:p14="http://schemas.microsoft.com/office/powerpoint/2010/main" val="4537874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break with image">
    <p:bg>
      <p:bgPr>
        <a:solidFill>
          <a:schemeClr val="accent6"/>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EC2501B-DEA6-190E-3633-E32F635B7CE1}"/>
              </a:ext>
            </a:extLst>
          </p:cNvPr>
          <p:cNvSpPr>
            <a:spLocks noGrp="1"/>
          </p:cNvSpPr>
          <p:nvPr>
            <p:ph type="title"/>
          </p:nvPr>
        </p:nvSpPr>
        <p:spPr>
          <a:xfrm>
            <a:off x="1143000" y="3200400"/>
            <a:ext cx="5029200" cy="2743200"/>
          </a:xfrm>
        </p:spPr>
        <p:txBody>
          <a:bodyPr anchor="t">
            <a:normAutofit/>
          </a:bodyPr>
          <a:lstStyle>
            <a:lvl1pPr>
              <a:defRPr sz="4800"/>
            </a:lvl1pPr>
          </a:lstStyle>
          <a:p>
            <a:r>
              <a:rPr lang="en-US" noProof="0"/>
              <a:t>Click to edit Master title style</a:t>
            </a:r>
            <a:endParaRPr lang="en-US" noProof="0" dirty="0"/>
          </a:p>
        </p:txBody>
      </p:sp>
      <p:pic>
        <p:nvPicPr>
          <p:cNvPr id="10" name="Picture Placeholder 31">
            <a:extLst>
              <a:ext uri="{FF2B5EF4-FFF2-40B4-BE49-F238E27FC236}">
                <a16:creationId xmlns:a16="http://schemas.microsoft.com/office/drawing/2014/main" id="{373D33A6-83B0-5538-2873-8856E4E60DC0}"/>
              </a:ex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a:ext>
            </a:extLst>
          </a:blip>
          <a:srcRect t="2555" b="2555"/>
          <a:stretch>
            <a:fillRect/>
          </a:stretch>
        </p:blipFill>
        <p:spPr>
          <a:xfrm>
            <a:off x="6504265" y="3029080"/>
            <a:ext cx="1570617" cy="17968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solidFill>
            <a:schemeClr val="accent5">
              <a:alpha val="30000"/>
            </a:schemeClr>
          </a:solidFill>
        </p:spPr>
      </p:pic>
      <p:sp>
        <p:nvSpPr>
          <p:cNvPr id="7" name="Content placeholder 47">
            <a:extLst>
              <a:ext uri="{FF2B5EF4-FFF2-40B4-BE49-F238E27FC236}">
                <a16:creationId xmlns:a16="http://schemas.microsoft.com/office/drawing/2014/main" id="{3944D979-8121-82AA-A130-38072F1EA83F}"/>
              </a:ext>
            </a:extLst>
          </p:cNvPr>
          <p:cNvSpPr>
            <a:spLocks noGrp="1"/>
          </p:cNvSpPr>
          <p:nvPr>
            <p:ph type="pic" sz="quarter" idx="47" hasCustomPrompt="1"/>
          </p:nvPr>
        </p:nvSpPr>
        <p:spPr>
          <a:xfrm>
            <a:off x="7493157" y="529148"/>
            <a:ext cx="4248873" cy="473113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a:solidFill>
                  <a:schemeClr val="bg1"/>
                </a:solidFill>
              </a:defRPr>
            </a:lvl1pPr>
          </a:lstStyle>
          <a:p>
            <a:r>
              <a:rPr lang="en-US" altLang="zh-CN" noProof="0" dirty="0"/>
              <a:t>Click icon to add picture≈≈</a:t>
            </a:r>
          </a:p>
        </p:txBody>
      </p:sp>
      <p:sp>
        <p:nvSpPr>
          <p:cNvPr id="27" name="Content placeholder 47" descr="Click icon to add picture">
            <a:extLst>
              <a:ext uri="{FF2B5EF4-FFF2-40B4-BE49-F238E27FC236}">
                <a16:creationId xmlns:a16="http://schemas.microsoft.com/office/drawing/2014/main" id="{EA8265B5-83C5-4AE9-88AB-3F2443B57F00}"/>
              </a:ext>
            </a:extLst>
          </p:cNvPr>
          <p:cNvSpPr>
            <a:spLocks noGrp="1"/>
          </p:cNvSpPr>
          <p:nvPr>
            <p:ph type="body" sz="quarter" idx="28"/>
          </p:nvPr>
        </p:nvSpPr>
        <p:spPr>
          <a:xfrm>
            <a:off x="1261872" y="2240280"/>
            <a:ext cx="5029200" cy="760288"/>
          </a:xfrm>
          <a:prstGeom prst="rect">
            <a:avLst/>
          </a:prstGeom>
        </p:spPr>
        <p:txBody>
          <a:bodyPr anchor="b">
            <a:normAutofit/>
          </a:bodyPr>
          <a:lstStyle>
            <a:lvl1pPr marL="0" indent="0">
              <a:lnSpc>
                <a:spcPct val="100000"/>
              </a:lnSpc>
              <a:buNone/>
              <a:defRPr sz="2000" b="0">
                <a:solidFill>
                  <a:schemeClr val="bg1"/>
                </a:solidFill>
              </a:defRPr>
            </a:lvl1pPr>
            <a:lvl2pPr>
              <a:defRPr sz="1000"/>
            </a:lvl2pPr>
            <a:lvl3pPr>
              <a:defRPr sz="900"/>
            </a:lvl3pPr>
            <a:lvl4pPr>
              <a:defRPr sz="800"/>
            </a:lvl4pPr>
            <a:lvl5pPr>
              <a:defRPr sz="800"/>
            </a:lvl5pPr>
          </a:lstStyle>
          <a:p>
            <a:pPr lvl="0"/>
            <a:r>
              <a:rPr lang="en-US" altLang="zh-CN" noProof="0"/>
              <a:t>Click to edit Master text styles</a:t>
            </a:r>
          </a:p>
        </p:txBody>
      </p:sp>
      <p:sp>
        <p:nvSpPr>
          <p:cNvPr id="5" name="Freeform: Shape 25">
            <a:extLst>
              <a:ext uri="{FF2B5EF4-FFF2-40B4-BE49-F238E27FC236}">
                <a16:creationId xmlns:a16="http://schemas.microsoft.com/office/drawing/2014/main" id="{8A1DBD66-3066-DF70-EF94-95DF0D7A6503}"/>
              </a:ext>
            </a:extLst>
          </p:cNvPr>
          <p:cNvSpPr/>
          <p:nvPr userDrawn="1"/>
        </p:nvSpPr>
        <p:spPr>
          <a:xfrm flipH="1">
            <a:off x="7400972" y="4594440"/>
            <a:ext cx="1347680" cy="158117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6" name="Freeform: Shape 11">
            <a:extLst>
              <a:ext uri="{FF2B5EF4-FFF2-40B4-BE49-F238E27FC236}">
                <a16:creationId xmlns:a16="http://schemas.microsoft.com/office/drawing/2014/main" id="{D2CC929C-40BF-4EF5-7910-7F657CAF8CA9}"/>
              </a:ext>
            </a:extLst>
          </p:cNvPr>
          <p:cNvSpPr/>
          <p:nvPr userDrawn="1"/>
        </p:nvSpPr>
        <p:spPr>
          <a:xfrm>
            <a:off x="6521016" y="4772906"/>
            <a:ext cx="663381" cy="75892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2"/>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cxnSp>
        <p:nvCxnSpPr>
          <p:cNvPr id="9" name="Straight Connector 2">
            <a:extLst>
              <a:ext uri="{FF2B5EF4-FFF2-40B4-BE49-F238E27FC236}">
                <a16:creationId xmlns:a16="http://schemas.microsoft.com/office/drawing/2014/main" id="{66E94398-47F0-267C-6791-5C30B1CEF496}"/>
              </a:ext>
            </a:extLst>
          </p:cNvPr>
          <p:cNvCxnSpPr/>
          <p:nvPr userDrawn="1"/>
        </p:nvCxnSpPr>
        <p:spPr>
          <a:xfrm>
            <a:off x="1142663" y="2282891"/>
            <a:ext cx="0" cy="760288"/>
          </a:xfrm>
          <a:prstGeom prst="line">
            <a:avLst/>
          </a:prstGeom>
          <a:noFill/>
          <a:ln w="19050" cap="flat" cmpd="sng" algn="ctr">
            <a:solidFill>
              <a:srgbClr val="D84400"/>
            </a:solidFill>
            <a:prstDash val="solid"/>
            <a:miter lim="800000"/>
          </a:ln>
          <a:effectLst/>
        </p:spPr>
      </p:cxnSp>
    </p:spTree>
    <p:extLst>
      <p:ext uri="{BB962C8B-B14F-4D97-AF65-F5344CB8AC3E}">
        <p14:creationId xmlns:p14="http://schemas.microsoft.com/office/powerpoint/2010/main" val="777926280"/>
      </p:ext>
    </p:extLst>
  </p:cSld>
  <p:clrMapOvr>
    <a:masterClrMapping/>
  </p:clrMapOvr>
  <p:extLst>
    <p:ext uri="{DCECCB84-F9BA-43D5-87BE-67443E8EF086}">
      <p15:sldGuideLst xmlns:p15="http://schemas.microsoft.com/office/powerpoint/2012/main">
        <p15:guide id="1" pos="528">
          <p15:clr>
            <a:srgbClr val="FBAE40"/>
          </p15:clr>
        </p15:guide>
        <p15:guide id="2" orient="horz" pos="528">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ntent 01">
    <p:spTree>
      <p:nvGrpSpPr>
        <p:cNvPr id="1" name=""/>
        <p:cNvGrpSpPr/>
        <p:nvPr/>
      </p:nvGrpSpPr>
      <p:grpSpPr>
        <a:xfrm>
          <a:off x="0" y="0"/>
          <a:ext cx="0" cy="0"/>
          <a:chOff x="0" y="0"/>
          <a:chExt cx="0" cy="0"/>
        </a:xfrm>
      </p:grpSpPr>
      <p:sp>
        <p:nvSpPr>
          <p:cNvPr id="11" name="Title Placeholder 4">
            <a:extLst>
              <a:ext uri="{FF2B5EF4-FFF2-40B4-BE49-F238E27FC236}">
                <a16:creationId xmlns:a16="http://schemas.microsoft.com/office/drawing/2014/main" id="{05751864-B11A-0286-13EA-2AC2A2C8DD5D}"/>
              </a:ext>
            </a:extLst>
          </p:cNvPr>
          <p:cNvSpPr>
            <a:spLocks noGrp="1"/>
          </p:cNvSpPr>
          <p:nvPr>
            <p:ph type="title"/>
          </p:nvPr>
        </p:nvSpPr>
        <p:spPr>
          <a:xfrm>
            <a:off x="914400" y="731520"/>
            <a:ext cx="4663440" cy="1737360"/>
          </a:xfrm>
          <a:prstGeom prst="rect">
            <a:avLst/>
          </a:prstGeom>
        </p:spPr>
        <p:txBody>
          <a:bodyPr vert="horz" lIns="91440" tIns="45720" rIns="91440" bIns="45720" rtlCol="0" anchor="t">
            <a:normAutofit/>
          </a:bodyPr>
          <a:lstStyle>
            <a:lvl1pPr>
              <a:defRPr sz="36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3E7A93C-2947-B6E4-C693-7C485DDC0135}"/>
              </a:ext>
            </a:extLst>
          </p:cNvPr>
          <p:cNvSpPr>
            <a:spLocks noGrp="1"/>
          </p:cNvSpPr>
          <p:nvPr>
            <p:ph idx="1"/>
          </p:nvPr>
        </p:nvSpPr>
        <p:spPr>
          <a:xfrm>
            <a:off x="5852160" y="731520"/>
            <a:ext cx="5486400" cy="1737360"/>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Content Placeholder 2">
            <a:extLst>
              <a:ext uri="{FF2B5EF4-FFF2-40B4-BE49-F238E27FC236}">
                <a16:creationId xmlns:a16="http://schemas.microsoft.com/office/drawing/2014/main" id="{E8A3F288-990F-014E-F099-1E3091477CA7}"/>
              </a:ext>
            </a:extLst>
          </p:cNvPr>
          <p:cNvSpPr>
            <a:spLocks noGrp="1"/>
          </p:cNvSpPr>
          <p:nvPr>
            <p:ph idx="30"/>
          </p:nvPr>
        </p:nvSpPr>
        <p:spPr>
          <a:xfrm>
            <a:off x="914400" y="2743200"/>
            <a:ext cx="8348472" cy="3374136"/>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reeform: Shape 5">
            <a:extLst>
              <a:ext uri="{FF2B5EF4-FFF2-40B4-BE49-F238E27FC236}">
                <a16:creationId xmlns:a16="http://schemas.microsoft.com/office/drawing/2014/main" id="{3F619E6B-153E-B522-47EB-4104C405736C}"/>
              </a:ext>
            </a:extLst>
          </p:cNvPr>
          <p:cNvSpPr/>
          <p:nvPr userDrawn="1"/>
        </p:nvSpPr>
        <p:spPr>
          <a:xfrm>
            <a:off x="10551278" y="4665388"/>
            <a:ext cx="603952" cy="68174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2" name="Freeform 11">
            <a:extLst>
              <a:ext uri="{FF2B5EF4-FFF2-40B4-BE49-F238E27FC236}">
                <a16:creationId xmlns:a16="http://schemas.microsoft.com/office/drawing/2014/main" id="{687A7B3D-E004-6D6A-5979-8F1BADBC9237}"/>
              </a:ext>
            </a:extLst>
          </p:cNvPr>
          <p:cNvSpPr/>
          <p:nvPr userDrawn="1"/>
        </p:nvSpPr>
        <p:spPr>
          <a:xfrm>
            <a:off x="10524774" y="5146146"/>
            <a:ext cx="1667226" cy="1711855"/>
          </a:xfrm>
          <a:custGeom>
            <a:avLst/>
            <a:gdLst>
              <a:gd name="connsiteX0" fmla="*/ 998834 w 1667226"/>
              <a:gd name="connsiteY0" fmla="*/ 0 h 1711855"/>
              <a:gd name="connsiteX1" fmla="*/ 1667226 w 1667226"/>
              <a:gd name="connsiteY1" fmla="*/ 373790 h 1711855"/>
              <a:gd name="connsiteX2" fmla="*/ 1667226 w 1667226"/>
              <a:gd name="connsiteY2" fmla="*/ 1711855 h 1711855"/>
              <a:gd name="connsiteX3" fmla="*/ 48502 w 1667226"/>
              <a:gd name="connsiteY3" fmla="*/ 1711855 h 1711855"/>
              <a:gd name="connsiteX4" fmla="*/ 0 w 1667226"/>
              <a:gd name="connsiteY4" fmla="*/ 1684915 h 1711855"/>
              <a:gd name="connsiteX5" fmla="*/ 0 w 1667226"/>
              <a:gd name="connsiteY5" fmla="*/ 564300 h 17118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67226" h="1711855">
                <a:moveTo>
                  <a:pt x="998834" y="0"/>
                </a:moveTo>
                <a:lnTo>
                  <a:pt x="1667226" y="373790"/>
                </a:lnTo>
                <a:lnTo>
                  <a:pt x="1667226" y="1711855"/>
                </a:lnTo>
                <a:lnTo>
                  <a:pt x="48502" y="1711855"/>
                </a:lnTo>
                <a:lnTo>
                  <a:pt x="0" y="1684915"/>
                </a:lnTo>
                <a:lnTo>
                  <a:pt x="0" y="564300"/>
                </a:lnTo>
                <a:close/>
              </a:path>
            </a:pathLst>
          </a:cu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3" name="Freeform: Shape 11">
            <a:extLst>
              <a:ext uri="{FF2B5EF4-FFF2-40B4-BE49-F238E27FC236}">
                <a16:creationId xmlns:a16="http://schemas.microsoft.com/office/drawing/2014/main" id="{A4CA3A93-BDBF-112D-54A0-05BF6B06BCC1}"/>
              </a:ext>
            </a:extLst>
          </p:cNvPr>
          <p:cNvSpPr/>
          <p:nvPr userDrawn="1"/>
        </p:nvSpPr>
        <p:spPr>
          <a:xfrm>
            <a:off x="10177285" y="5347130"/>
            <a:ext cx="748554" cy="85636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2"/>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
        <p:nvSpPr>
          <p:cNvPr id="2" name="Footer Placeholder 1">
            <a:extLst>
              <a:ext uri="{FF2B5EF4-FFF2-40B4-BE49-F238E27FC236}">
                <a16:creationId xmlns:a16="http://schemas.microsoft.com/office/drawing/2014/main" id="{5F7A154B-D8F5-C1FB-307D-496380875BD1}"/>
              </a:ext>
            </a:extLst>
          </p:cNvPr>
          <p:cNvSpPr>
            <a:spLocks noGrp="1"/>
          </p:cNvSpPr>
          <p:nvPr>
            <p:ph type="ftr" sz="quarter" idx="28"/>
          </p:nvPr>
        </p:nvSpPr>
        <p:spPr/>
        <p:txBody>
          <a:bodyPr>
            <a:noAutofit/>
          </a:bodyPr>
          <a:lstStyle/>
          <a:p>
            <a:endParaRPr lang="en-US" noProof="0" dirty="0"/>
          </a:p>
        </p:txBody>
      </p:sp>
      <p:sp>
        <p:nvSpPr>
          <p:cNvPr id="5" name="Slide Number Placeholder 4">
            <a:extLst>
              <a:ext uri="{FF2B5EF4-FFF2-40B4-BE49-F238E27FC236}">
                <a16:creationId xmlns:a16="http://schemas.microsoft.com/office/drawing/2014/main" id="{D728715E-D2CE-A33E-1A28-4E627F239BBE}"/>
              </a:ext>
            </a:extLst>
          </p:cNvPr>
          <p:cNvSpPr>
            <a:spLocks noGrp="1"/>
          </p:cNvSpPr>
          <p:nvPr>
            <p:ph type="sldNum" sz="quarter" idx="29"/>
          </p:nvPr>
        </p:nvSpPr>
        <p:spPr/>
        <p:txBody>
          <a:bodyPr>
            <a:noAutofit/>
          </a:bodyPr>
          <a:lstStyle/>
          <a:p>
            <a:fld id="{47FEACEE-25B4-4A2D-B147-27296E36371D}" type="slidenum">
              <a:rPr lang="en-US" altLang="zh-CN" noProof="0" smtClean="0"/>
              <a:pPr/>
              <a:t>‹#›</a:t>
            </a:fld>
            <a:endParaRPr lang="en-US" altLang="zh-CN" noProof="0" dirty="0"/>
          </a:p>
        </p:txBody>
      </p:sp>
    </p:spTree>
    <p:extLst>
      <p:ext uri="{BB962C8B-B14F-4D97-AF65-F5344CB8AC3E}">
        <p14:creationId xmlns:p14="http://schemas.microsoft.com/office/powerpoint/2010/main" val="21212563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with image">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0C1D3CF-F6AF-93EB-C40E-C278E58442C0}"/>
              </a:ext>
            </a:extLst>
          </p:cNvPr>
          <p:cNvSpPr>
            <a:spLocks noGrp="1"/>
          </p:cNvSpPr>
          <p:nvPr>
            <p:ph type="title"/>
          </p:nvPr>
        </p:nvSpPr>
        <p:spPr>
          <a:xfrm>
            <a:off x="914400" y="731520"/>
            <a:ext cx="3931920" cy="2103120"/>
          </a:xfrm>
        </p:spPr>
        <p:txBody>
          <a:bodyPr anchor="b">
            <a:normAutofit/>
          </a:bodyPr>
          <a:lstStyle>
            <a:lvl1pPr>
              <a:defRPr sz="3600"/>
            </a:lvl1pPr>
          </a:lstStyle>
          <a:p>
            <a:r>
              <a:rPr lang="en-US"/>
              <a:t>Click to edit Master title style</a:t>
            </a:r>
            <a:endParaRPr lang="en-US" dirty="0"/>
          </a:p>
        </p:txBody>
      </p:sp>
      <p:sp>
        <p:nvSpPr>
          <p:cNvPr id="9" name="Content Placeholder 2">
            <a:extLst>
              <a:ext uri="{FF2B5EF4-FFF2-40B4-BE49-F238E27FC236}">
                <a16:creationId xmlns:a16="http://schemas.microsoft.com/office/drawing/2014/main" id="{2317990C-ED42-30BE-0501-F9C5B4A48B73}"/>
              </a:ext>
            </a:extLst>
          </p:cNvPr>
          <p:cNvSpPr>
            <a:spLocks noGrp="1"/>
          </p:cNvSpPr>
          <p:nvPr>
            <p:ph idx="1"/>
          </p:nvPr>
        </p:nvSpPr>
        <p:spPr>
          <a:xfrm>
            <a:off x="914400" y="3108960"/>
            <a:ext cx="3931920" cy="2651760"/>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Picture Placeholder 7">
            <a:extLst>
              <a:ext uri="{FF2B5EF4-FFF2-40B4-BE49-F238E27FC236}">
                <a16:creationId xmlns:a16="http://schemas.microsoft.com/office/drawing/2014/main" id="{4AC62875-1B1B-E814-6549-162A8DBF8929}"/>
              </a:ext>
            </a:extLst>
          </p:cNvPr>
          <p:cNvSpPr>
            <a:spLocks noGrp="1"/>
          </p:cNvSpPr>
          <p:nvPr>
            <p:ph type="pic" sz="quarter" idx="54"/>
          </p:nvPr>
        </p:nvSpPr>
        <p:spPr>
          <a:xfrm>
            <a:off x="5745002" y="0"/>
            <a:ext cx="6446999" cy="6858000"/>
          </a:xfrm>
          <a:custGeom>
            <a:avLst/>
            <a:gdLst>
              <a:gd name="connsiteX0" fmla="*/ 2513726 w 6446999"/>
              <a:gd name="connsiteY0" fmla="*/ 0 h 6858000"/>
              <a:gd name="connsiteX1" fmla="*/ 4301949 w 6446999"/>
              <a:gd name="connsiteY1" fmla="*/ 0 h 6858000"/>
              <a:gd name="connsiteX2" fmla="*/ 6446999 w 6446999"/>
              <a:gd name="connsiteY2" fmla="*/ 1338386 h 6858000"/>
              <a:gd name="connsiteX3" fmla="*/ 6446999 w 6446999"/>
              <a:gd name="connsiteY3" fmla="*/ 5624376 h 6858000"/>
              <a:gd name="connsiteX4" fmla="*/ 4342124 w 6446999"/>
              <a:gd name="connsiteY4" fmla="*/ 6858000 h 6858000"/>
              <a:gd name="connsiteX5" fmla="*/ 2553921 w 6446999"/>
              <a:gd name="connsiteY5" fmla="*/ 6858000 h 6858000"/>
              <a:gd name="connsiteX6" fmla="*/ 661 w 6446999"/>
              <a:gd name="connsiteY6" fmla="*/ 5339864 h 6858000"/>
              <a:gd name="connsiteX7" fmla="*/ 299 w 6446999"/>
              <a:gd name="connsiteY7" fmla="*/ 139604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446999" h="6858000">
                <a:moveTo>
                  <a:pt x="2513726" y="0"/>
                </a:moveTo>
                <a:lnTo>
                  <a:pt x="4301949" y="0"/>
                </a:lnTo>
                <a:lnTo>
                  <a:pt x="6446999" y="1338386"/>
                </a:lnTo>
                <a:lnTo>
                  <a:pt x="6446999" y="5624376"/>
                </a:lnTo>
                <a:lnTo>
                  <a:pt x="4342124" y="6858000"/>
                </a:lnTo>
                <a:lnTo>
                  <a:pt x="2553921" y="6858000"/>
                </a:lnTo>
                <a:lnTo>
                  <a:pt x="661" y="5339864"/>
                </a:lnTo>
                <a:cubicBezTo>
                  <a:pt x="-1473" y="4048155"/>
                  <a:pt x="2433" y="2687753"/>
                  <a:pt x="299" y="1396044"/>
                </a:cubicBezTo>
                <a:close/>
              </a:path>
            </a:pathLst>
          </a:custGeom>
        </p:spPr>
        <p:txBody>
          <a:bodyPr wrap="square" anchor="ctr">
            <a:noAutofit/>
          </a:bodyPr>
          <a:lstStyle>
            <a:lvl1pPr marL="0" indent="0">
              <a:buNone/>
              <a:defRPr sz="1600"/>
            </a:lvl1pPr>
          </a:lstStyle>
          <a:p>
            <a:r>
              <a:rPr lang="en-US"/>
              <a:t>Click icon to add picture</a:t>
            </a:r>
            <a:endParaRPr lang="en-US" dirty="0"/>
          </a:p>
        </p:txBody>
      </p:sp>
      <p:sp>
        <p:nvSpPr>
          <p:cNvPr id="5" name="Footer Placeholder 4">
            <a:extLst>
              <a:ext uri="{FF2B5EF4-FFF2-40B4-BE49-F238E27FC236}">
                <a16:creationId xmlns:a16="http://schemas.microsoft.com/office/drawing/2014/main" id="{41F6C45B-70BB-86F1-1866-F93BEC26ACF8}"/>
              </a:ext>
            </a:extLst>
          </p:cNvPr>
          <p:cNvSpPr>
            <a:spLocks noGrp="1"/>
          </p:cNvSpPr>
          <p:nvPr>
            <p:ph type="ftr" sz="quarter" idx="52"/>
          </p:nvPr>
        </p:nvSpPr>
        <p:spPr/>
        <p:txBody>
          <a:bodyPr>
            <a:noAutofit/>
          </a:bodyPr>
          <a:lstStyle/>
          <a:p>
            <a:endParaRPr lang="en-US" noProof="0" dirty="0"/>
          </a:p>
        </p:txBody>
      </p:sp>
      <p:sp>
        <p:nvSpPr>
          <p:cNvPr id="7" name="Slide Number Placeholder 6">
            <a:extLst>
              <a:ext uri="{FF2B5EF4-FFF2-40B4-BE49-F238E27FC236}">
                <a16:creationId xmlns:a16="http://schemas.microsoft.com/office/drawing/2014/main" id="{0870044D-485D-043B-9D5B-C01AA8E06447}"/>
              </a:ext>
            </a:extLst>
          </p:cNvPr>
          <p:cNvSpPr>
            <a:spLocks noGrp="1"/>
          </p:cNvSpPr>
          <p:nvPr>
            <p:ph type="sldNum" sz="quarter" idx="53"/>
          </p:nvPr>
        </p:nvSpPr>
        <p:spPr/>
        <p:txBody>
          <a:bodyPr>
            <a:noAutofit/>
          </a:bodyPr>
          <a:lstStyle/>
          <a:p>
            <a:fld id="{47FEACEE-25B4-4A2D-B147-27296E36371D}" type="slidenum">
              <a:rPr lang="en-US" altLang="zh-CN" noProof="0" smtClean="0"/>
              <a:pPr/>
              <a:t>‹#›</a:t>
            </a:fld>
            <a:endParaRPr lang="en-US" altLang="zh-CN" noProof="0" dirty="0"/>
          </a:p>
        </p:txBody>
      </p:sp>
      <p:sp>
        <p:nvSpPr>
          <p:cNvPr id="2" name="Freeform: Shape 1">
            <a:extLst>
              <a:ext uri="{FF2B5EF4-FFF2-40B4-BE49-F238E27FC236}">
                <a16:creationId xmlns:a16="http://schemas.microsoft.com/office/drawing/2014/main" id="{D91FB993-29E1-3DBD-8335-7970016F8DE7}"/>
              </a:ext>
              <a:ext uri="{C183D7F6-B498-43B3-948B-1728B52AA6E4}">
                <adec:decorative xmlns:adec="http://schemas.microsoft.com/office/drawing/2017/decorative" val="1"/>
              </a:ext>
            </a:extLst>
          </p:cNvPr>
          <p:cNvSpPr/>
          <p:nvPr userDrawn="1"/>
        </p:nvSpPr>
        <p:spPr>
          <a:xfrm>
            <a:off x="5203802" y="480395"/>
            <a:ext cx="1896941" cy="217161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noFill/>
          <a:ln w="19050" cap="flat" cmpd="sng" algn="ctr">
            <a:solidFill>
              <a:srgbClr val="C95B3A"/>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dirty="0">
              <a:ln>
                <a:noFill/>
              </a:ln>
              <a:solidFill>
                <a:srgbClr val="F7D952"/>
              </a:solidFill>
              <a:effectLst/>
              <a:uLnTx/>
              <a:uFillTx/>
              <a:latin typeface="Posterama Text SemiBold"/>
              <a:ea typeface="+mn-ea"/>
              <a:cs typeface="+mn-cs"/>
            </a:endParaRPr>
          </a:p>
        </p:txBody>
      </p:sp>
    </p:spTree>
    <p:extLst>
      <p:ext uri="{BB962C8B-B14F-4D97-AF65-F5344CB8AC3E}">
        <p14:creationId xmlns:p14="http://schemas.microsoft.com/office/powerpoint/2010/main" val="41612598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02">
    <p:spTree>
      <p:nvGrpSpPr>
        <p:cNvPr id="1" name=""/>
        <p:cNvGrpSpPr/>
        <p:nvPr/>
      </p:nvGrpSpPr>
      <p:grpSpPr>
        <a:xfrm>
          <a:off x="0" y="0"/>
          <a:ext cx="0" cy="0"/>
          <a:chOff x="0" y="0"/>
          <a:chExt cx="0" cy="0"/>
        </a:xfrm>
      </p:grpSpPr>
      <p:sp>
        <p:nvSpPr>
          <p:cNvPr id="4" name="Rectangle 13">
            <a:extLst>
              <a:ext uri="{FF2B5EF4-FFF2-40B4-BE49-F238E27FC236}">
                <a16:creationId xmlns:a16="http://schemas.microsoft.com/office/drawing/2014/main" id="{12BFFCE7-C68B-4904-8795-9589C3F38FD4}"/>
              </a:ext>
            </a:extLst>
          </p:cNvPr>
          <p:cNvSpPr/>
          <p:nvPr userDrawn="1"/>
        </p:nvSpPr>
        <p:spPr>
          <a:xfrm>
            <a:off x="636161" y="5854024"/>
            <a:ext cx="2330137" cy="708120"/>
          </a:xfrm>
          <a:prstGeom prst="rect">
            <a:avLst/>
          </a:prstGeom>
          <a:solidFill>
            <a:srgbClr val="0F26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2" name="Freeform: Shape 19">
            <a:extLst>
              <a:ext uri="{FF2B5EF4-FFF2-40B4-BE49-F238E27FC236}">
                <a16:creationId xmlns:a16="http://schemas.microsoft.com/office/drawing/2014/main" id="{9D307BA6-8A60-85D7-CC8B-894256DC4B90}"/>
              </a:ext>
            </a:extLst>
          </p:cNvPr>
          <p:cNvSpPr/>
          <p:nvPr userDrawn="1"/>
        </p:nvSpPr>
        <p:spPr>
          <a:xfrm>
            <a:off x="8517470" y="2248218"/>
            <a:ext cx="1886361" cy="221318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7" name="Freeform: Shape 19">
            <a:extLst>
              <a:ext uri="{FF2B5EF4-FFF2-40B4-BE49-F238E27FC236}">
                <a16:creationId xmlns:a16="http://schemas.microsoft.com/office/drawing/2014/main" id="{F38B75F8-75D4-4B41-B7C7-433032DD0A6F}"/>
              </a:ext>
            </a:extLst>
          </p:cNvPr>
          <p:cNvSpPr/>
          <p:nvPr userDrawn="1"/>
        </p:nvSpPr>
        <p:spPr>
          <a:xfrm>
            <a:off x="9578882" y="460803"/>
            <a:ext cx="1886361" cy="221318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8" name="Freeform: Shape 24">
            <a:extLst>
              <a:ext uri="{FF2B5EF4-FFF2-40B4-BE49-F238E27FC236}">
                <a16:creationId xmlns:a16="http://schemas.microsoft.com/office/drawing/2014/main" id="{671D1224-EDDC-4900-92DC-13608D44C524}"/>
              </a:ext>
            </a:extLst>
          </p:cNvPr>
          <p:cNvSpPr/>
          <p:nvPr userDrawn="1"/>
        </p:nvSpPr>
        <p:spPr>
          <a:xfrm>
            <a:off x="9522496" y="4057904"/>
            <a:ext cx="1886359" cy="221318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15" name="Freeform 14">
            <a:extLst>
              <a:ext uri="{FF2B5EF4-FFF2-40B4-BE49-F238E27FC236}">
                <a16:creationId xmlns:a16="http://schemas.microsoft.com/office/drawing/2014/main" id="{635A9E44-4E60-1AD1-0B85-72422683B48A}"/>
              </a:ext>
            </a:extLst>
          </p:cNvPr>
          <p:cNvSpPr/>
          <p:nvPr userDrawn="1"/>
        </p:nvSpPr>
        <p:spPr>
          <a:xfrm>
            <a:off x="11034052" y="3709992"/>
            <a:ext cx="1173188" cy="1502830"/>
          </a:xfrm>
          <a:custGeom>
            <a:avLst/>
            <a:gdLst>
              <a:gd name="connsiteX0" fmla="*/ 638572 w 1157948"/>
              <a:gd name="connsiteY0" fmla="*/ 0 h 1502830"/>
              <a:gd name="connsiteX1" fmla="*/ 0 w 1157948"/>
              <a:gd name="connsiteY1" fmla="*/ 378385 h 1502830"/>
              <a:gd name="connsiteX2" fmla="*/ 0 w 1157948"/>
              <a:gd name="connsiteY2" fmla="*/ 1129800 h 1502830"/>
              <a:gd name="connsiteX3" fmla="*/ 640317 w 1157948"/>
              <a:gd name="connsiteY3" fmla="*/ 1502830 h 1502830"/>
              <a:gd name="connsiteX4" fmla="*/ 1157948 w 1157948"/>
              <a:gd name="connsiteY4" fmla="*/ 1200968 h 1502830"/>
              <a:gd name="connsiteX5" fmla="*/ 1157948 w 1157948"/>
              <a:gd name="connsiteY5" fmla="*/ 304639 h 1502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57948" h="1502830">
                <a:moveTo>
                  <a:pt x="638572" y="0"/>
                </a:moveTo>
                <a:lnTo>
                  <a:pt x="0" y="378385"/>
                </a:lnTo>
                <a:lnTo>
                  <a:pt x="0" y="1129800"/>
                </a:lnTo>
                <a:lnTo>
                  <a:pt x="640317" y="1502830"/>
                </a:lnTo>
                <a:lnTo>
                  <a:pt x="1157948" y="1200968"/>
                </a:lnTo>
                <a:lnTo>
                  <a:pt x="1157948" y="304639"/>
                </a:lnTo>
                <a:close/>
              </a:path>
            </a:pathLst>
          </a:cu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7" name="Title 1">
            <a:extLst>
              <a:ext uri="{FF2B5EF4-FFF2-40B4-BE49-F238E27FC236}">
                <a16:creationId xmlns:a16="http://schemas.microsoft.com/office/drawing/2014/main" id="{D041C638-CBB8-1159-9AF8-B5D14CC7BE0F}"/>
              </a:ext>
            </a:extLst>
          </p:cNvPr>
          <p:cNvSpPr>
            <a:spLocks noGrp="1"/>
          </p:cNvSpPr>
          <p:nvPr>
            <p:ph type="title"/>
          </p:nvPr>
        </p:nvSpPr>
        <p:spPr>
          <a:xfrm>
            <a:off x="914400" y="1060704"/>
            <a:ext cx="7132320" cy="1773936"/>
          </a:xfrm>
        </p:spPr>
        <p:txBody>
          <a:bodyPr anchor="b">
            <a:normAutofit/>
          </a:bodyPr>
          <a:lstStyle>
            <a:lvl1pPr>
              <a:defRPr sz="3600"/>
            </a:lvl1pPr>
          </a:lstStyle>
          <a:p>
            <a:r>
              <a:rPr lang="en-US" noProof="0"/>
              <a:t>Click to edit Master title style</a:t>
            </a:r>
            <a:endParaRPr lang="en-US" noProof="0" dirty="0"/>
          </a:p>
        </p:txBody>
      </p:sp>
      <p:sp>
        <p:nvSpPr>
          <p:cNvPr id="3" name="Content Placeholder 2">
            <a:extLst>
              <a:ext uri="{FF2B5EF4-FFF2-40B4-BE49-F238E27FC236}">
                <a16:creationId xmlns:a16="http://schemas.microsoft.com/office/drawing/2014/main" id="{E3E34C76-4814-6AFA-CEFD-F82B9ED9BB1D}"/>
              </a:ext>
            </a:extLst>
          </p:cNvPr>
          <p:cNvSpPr>
            <a:spLocks noGrp="1"/>
          </p:cNvSpPr>
          <p:nvPr>
            <p:ph idx="1"/>
          </p:nvPr>
        </p:nvSpPr>
        <p:spPr>
          <a:xfrm>
            <a:off x="914400" y="3108960"/>
            <a:ext cx="3291840" cy="2651760"/>
          </a:xfrm>
        </p:spPr>
        <p:txBody>
          <a:bodyPr/>
          <a:lstStyle>
            <a:lvl1pPr marL="0" indent="0">
              <a:buNone/>
              <a:defRPr sz="1800"/>
            </a:lvl1pPr>
            <a:lvl2pPr marL="347472">
              <a:defRPr sz="1800"/>
            </a:lvl2pPr>
            <a:lvl3pPr marL="731520">
              <a:defRPr sz="1800"/>
            </a:lvl3pPr>
            <a:lvl4pPr marL="1097280">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Content Placeholder 2">
            <a:extLst>
              <a:ext uri="{FF2B5EF4-FFF2-40B4-BE49-F238E27FC236}">
                <a16:creationId xmlns:a16="http://schemas.microsoft.com/office/drawing/2014/main" id="{D42F254A-B4C7-D072-FEB9-22F9A2B0CA64}"/>
              </a:ext>
            </a:extLst>
          </p:cNvPr>
          <p:cNvSpPr>
            <a:spLocks noGrp="1"/>
          </p:cNvSpPr>
          <p:nvPr>
            <p:ph idx="56"/>
          </p:nvPr>
        </p:nvSpPr>
        <p:spPr>
          <a:xfrm>
            <a:off x="4754880" y="3108960"/>
            <a:ext cx="3291840" cy="2651760"/>
          </a:xfrm>
        </p:spPr>
        <p:txBody>
          <a:bodyPr/>
          <a:lstStyle>
            <a:lvl1pPr marL="0" indent="0">
              <a:buNone/>
              <a:defRPr sz="1800"/>
            </a:lvl1pPr>
            <a:lvl2pPr marL="347472">
              <a:defRPr sz="1800"/>
            </a:lvl2pPr>
            <a:lvl3pPr marL="731520">
              <a:defRPr sz="1800"/>
            </a:lvl3pPr>
            <a:lvl4pPr marL="1097280">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Footer Placeholder 8">
            <a:extLst>
              <a:ext uri="{FF2B5EF4-FFF2-40B4-BE49-F238E27FC236}">
                <a16:creationId xmlns:a16="http://schemas.microsoft.com/office/drawing/2014/main" id="{85DBF4DF-D0B4-1DA6-0271-5D4033A9C19C}"/>
              </a:ext>
            </a:extLst>
          </p:cNvPr>
          <p:cNvSpPr>
            <a:spLocks noGrp="1"/>
          </p:cNvSpPr>
          <p:nvPr>
            <p:ph type="ftr" sz="quarter" idx="57"/>
          </p:nvPr>
        </p:nvSpPr>
        <p:spPr/>
        <p:txBody>
          <a:bodyPr/>
          <a:lstStyle/>
          <a:p>
            <a:endParaRPr lang="en-US" noProof="0" dirty="0"/>
          </a:p>
        </p:txBody>
      </p:sp>
      <p:sp>
        <p:nvSpPr>
          <p:cNvPr id="6" name="Slide Number Placeholder 5">
            <a:extLst>
              <a:ext uri="{FF2B5EF4-FFF2-40B4-BE49-F238E27FC236}">
                <a16:creationId xmlns:a16="http://schemas.microsoft.com/office/drawing/2014/main" id="{F507335A-F59E-2A6C-D2D6-F10391DA8D69}"/>
              </a:ext>
            </a:extLst>
          </p:cNvPr>
          <p:cNvSpPr>
            <a:spLocks noGrp="1"/>
          </p:cNvSpPr>
          <p:nvPr>
            <p:ph type="sldNum" sz="quarter" idx="55"/>
          </p:nvPr>
        </p:nvSpPr>
        <p:spPr/>
        <p:txBody>
          <a:bodyPr>
            <a:noAutofit/>
          </a:bodyPr>
          <a:lstStyle/>
          <a:p>
            <a:fld id="{47FEACEE-25B4-4A2D-B147-27296E36371D}" type="slidenum">
              <a:rPr lang="en-US" altLang="zh-CN" noProof="0" smtClean="0"/>
              <a:pPr/>
              <a:t>‹#›</a:t>
            </a:fld>
            <a:endParaRPr lang="en-US" altLang="zh-CN" noProof="0" dirty="0"/>
          </a:p>
        </p:txBody>
      </p:sp>
    </p:spTree>
    <p:extLst>
      <p:ext uri="{BB962C8B-B14F-4D97-AF65-F5344CB8AC3E}">
        <p14:creationId xmlns:p14="http://schemas.microsoft.com/office/powerpoint/2010/main" val="36136463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Two content 0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0C44A-93E6-6C58-5E88-AFDC594EC27A}"/>
              </a:ext>
            </a:extLst>
          </p:cNvPr>
          <p:cNvSpPr>
            <a:spLocks noGrp="1"/>
          </p:cNvSpPr>
          <p:nvPr>
            <p:ph type="title"/>
          </p:nvPr>
        </p:nvSpPr>
        <p:spPr>
          <a:xfrm>
            <a:off x="914400" y="731520"/>
            <a:ext cx="4389120" cy="2103120"/>
          </a:xfrm>
        </p:spPr>
        <p:txBody>
          <a:bodyPr anchor="b" anchorCtr="0">
            <a:normAutofit/>
          </a:bodyPr>
          <a:lstStyle>
            <a:lvl1pPr>
              <a:defRPr sz="3600"/>
            </a:lvl1pPr>
          </a:lstStyle>
          <a:p>
            <a:r>
              <a:rPr lang="en-US"/>
              <a:t>Click to edit Master title style</a:t>
            </a:r>
          </a:p>
        </p:txBody>
      </p:sp>
      <p:sp>
        <p:nvSpPr>
          <p:cNvPr id="4" name="Content Placeholder 2">
            <a:extLst>
              <a:ext uri="{FF2B5EF4-FFF2-40B4-BE49-F238E27FC236}">
                <a16:creationId xmlns:a16="http://schemas.microsoft.com/office/drawing/2014/main" id="{C403123E-E3E0-5E2A-E1FB-EC28A2C68EEB}"/>
              </a:ext>
            </a:extLst>
          </p:cNvPr>
          <p:cNvSpPr>
            <a:spLocks noGrp="1"/>
          </p:cNvSpPr>
          <p:nvPr>
            <p:ph idx="14"/>
          </p:nvPr>
        </p:nvSpPr>
        <p:spPr>
          <a:xfrm>
            <a:off x="914400" y="3108960"/>
            <a:ext cx="4389120" cy="1920240"/>
          </a:xfrm>
        </p:spPr>
        <p:txBody>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dirty="0"/>
          </a:p>
        </p:txBody>
      </p:sp>
      <p:sp>
        <p:nvSpPr>
          <p:cNvPr id="9" name="Content Placeholder 2">
            <a:extLst>
              <a:ext uri="{FF2B5EF4-FFF2-40B4-BE49-F238E27FC236}">
                <a16:creationId xmlns:a16="http://schemas.microsoft.com/office/drawing/2014/main" id="{5B0A6B95-C59B-C125-7957-8C41B37891E1}"/>
              </a:ext>
            </a:extLst>
          </p:cNvPr>
          <p:cNvSpPr>
            <a:spLocks noGrp="1"/>
          </p:cNvSpPr>
          <p:nvPr>
            <p:ph idx="1"/>
          </p:nvPr>
        </p:nvSpPr>
        <p:spPr>
          <a:xfrm>
            <a:off x="5852160" y="731520"/>
            <a:ext cx="5367528" cy="5212080"/>
          </a:xfrm>
        </p:spPr>
        <p:txBody>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dirty="0"/>
          </a:p>
        </p:txBody>
      </p:sp>
      <p:sp>
        <p:nvSpPr>
          <p:cNvPr id="12" name="Freeform 11">
            <a:extLst>
              <a:ext uri="{FF2B5EF4-FFF2-40B4-BE49-F238E27FC236}">
                <a16:creationId xmlns:a16="http://schemas.microsoft.com/office/drawing/2014/main" id="{18CD2E87-8426-FC12-6665-A6E2F64FEA93}"/>
              </a:ext>
            </a:extLst>
          </p:cNvPr>
          <p:cNvSpPr>
            <a:spLocks noChangeAspect="1"/>
          </p:cNvSpPr>
          <p:nvPr userDrawn="1"/>
        </p:nvSpPr>
        <p:spPr>
          <a:xfrm flipH="1">
            <a:off x="-9525" y="5039331"/>
            <a:ext cx="986377" cy="1280160"/>
          </a:xfrm>
          <a:custGeom>
            <a:avLst/>
            <a:gdLst>
              <a:gd name="connsiteX0" fmla="*/ 638572 w 1157948"/>
              <a:gd name="connsiteY0" fmla="*/ 0 h 1502830"/>
              <a:gd name="connsiteX1" fmla="*/ 0 w 1157948"/>
              <a:gd name="connsiteY1" fmla="*/ 378385 h 1502830"/>
              <a:gd name="connsiteX2" fmla="*/ 0 w 1157948"/>
              <a:gd name="connsiteY2" fmla="*/ 1129800 h 1502830"/>
              <a:gd name="connsiteX3" fmla="*/ 640317 w 1157948"/>
              <a:gd name="connsiteY3" fmla="*/ 1502830 h 1502830"/>
              <a:gd name="connsiteX4" fmla="*/ 1157948 w 1157948"/>
              <a:gd name="connsiteY4" fmla="*/ 1200968 h 1502830"/>
              <a:gd name="connsiteX5" fmla="*/ 1157948 w 1157948"/>
              <a:gd name="connsiteY5" fmla="*/ 304639 h 1502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57948" h="1502830">
                <a:moveTo>
                  <a:pt x="638572" y="0"/>
                </a:moveTo>
                <a:lnTo>
                  <a:pt x="0" y="378385"/>
                </a:lnTo>
                <a:lnTo>
                  <a:pt x="0" y="1129800"/>
                </a:lnTo>
                <a:lnTo>
                  <a:pt x="640317" y="1502830"/>
                </a:lnTo>
                <a:lnTo>
                  <a:pt x="1157948" y="1200968"/>
                </a:lnTo>
                <a:lnTo>
                  <a:pt x="1157948" y="304639"/>
                </a:lnTo>
                <a:close/>
              </a:path>
            </a:pathLst>
          </a:cu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3" name="Freeform: Shape 11">
            <a:extLst>
              <a:ext uri="{FF2B5EF4-FFF2-40B4-BE49-F238E27FC236}">
                <a16:creationId xmlns:a16="http://schemas.microsoft.com/office/drawing/2014/main" id="{D35CF771-1335-6C94-6AA8-AF68EADDDF00}"/>
              </a:ext>
            </a:extLst>
          </p:cNvPr>
          <p:cNvSpPr/>
          <p:nvPr userDrawn="1"/>
        </p:nvSpPr>
        <p:spPr>
          <a:xfrm>
            <a:off x="1140014" y="5142797"/>
            <a:ext cx="663381" cy="75892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noFill/>
          <a:ln w="19050" cap="flat" cmpd="sng" algn="ctr">
            <a:solidFill>
              <a:schemeClr val="bg2">
                <a:lumMod val="75000"/>
              </a:schemeClr>
            </a:solid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Tree>
    <p:extLst>
      <p:ext uri="{BB962C8B-B14F-4D97-AF65-F5344CB8AC3E}">
        <p14:creationId xmlns:p14="http://schemas.microsoft.com/office/powerpoint/2010/main" val="9243908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image">
    <p:spTree>
      <p:nvGrpSpPr>
        <p:cNvPr id="1" name=""/>
        <p:cNvGrpSpPr/>
        <p:nvPr/>
      </p:nvGrpSpPr>
      <p:grpSpPr>
        <a:xfrm>
          <a:off x="0" y="0"/>
          <a:ext cx="0" cy="0"/>
          <a:chOff x="0" y="0"/>
          <a:chExt cx="0" cy="0"/>
        </a:xfrm>
      </p:grpSpPr>
      <p:sp>
        <p:nvSpPr>
          <p:cNvPr id="8" name="Title Placeholder 4">
            <a:extLst>
              <a:ext uri="{FF2B5EF4-FFF2-40B4-BE49-F238E27FC236}">
                <a16:creationId xmlns:a16="http://schemas.microsoft.com/office/drawing/2014/main" id="{F73BF8E3-2426-5D65-6582-D4B03C765A5D}"/>
              </a:ext>
            </a:extLst>
          </p:cNvPr>
          <p:cNvSpPr>
            <a:spLocks noGrp="1"/>
          </p:cNvSpPr>
          <p:nvPr>
            <p:ph type="title"/>
          </p:nvPr>
        </p:nvSpPr>
        <p:spPr>
          <a:xfrm>
            <a:off x="6710510" y="2016579"/>
            <a:ext cx="4441188" cy="277585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2" name="Content placeholder 47">
            <a:extLst>
              <a:ext uri="{FF2B5EF4-FFF2-40B4-BE49-F238E27FC236}">
                <a16:creationId xmlns:a16="http://schemas.microsoft.com/office/drawing/2014/main" id="{117BCD91-6BBA-AACD-3424-C3A4E5C1AB1D}"/>
              </a:ext>
            </a:extLst>
          </p:cNvPr>
          <p:cNvSpPr>
            <a:spLocks noGrp="1" noChangeAspect="1"/>
          </p:cNvSpPr>
          <p:nvPr>
            <p:ph type="pic" sz="quarter" idx="48"/>
          </p:nvPr>
        </p:nvSpPr>
        <p:spPr>
          <a:xfrm>
            <a:off x="914400" y="539496"/>
            <a:ext cx="5025207" cy="5779008"/>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a:solidFill>
                  <a:schemeClr val="bg1"/>
                </a:solidFill>
              </a:defRPr>
            </a:lvl1pPr>
          </a:lstStyle>
          <a:p>
            <a:r>
              <a:rPr lang="en-US" altLang="zh-CN" noProof="0"/>
              <a:t>Click icon to add picture</a:t>
            </a:r>
            <a:endParaRPr lang="en-US" altLang="zh-CN" noProof="0" dirty="0"/>
          </a:p>
        </p:txBody>
      </p:sp>
      <p:pic>
        <p:nvPicPr>
          <p:cNvPr id="7" name="Shape 33">
            <a:extLst>
              <a:ext uri="{FF2B5EF4-FFF2-40B4-BE49-F238E27FC236}">
                <a16:creationId xmlns:a16="http://schemas.microsoft.com/office/drawing/2014/main" id="{78B6A20E-2402-E586-7E92-A2C0D0B854DB}"/>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a:ext>
            </a:extLst>
          </a:blip>
          <a:srcRect/>
          <a:stretch>
            <a:fillRect/>
          </a:stretch>
        </p:blipFill>
        <p:spPr>
          <a:xfrm>
            <a:off x="352010" y="4038403"/>
            <a:ext cx="1438713" cy="1645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pic>
      <p:sp>
        <p:nvSpPr>
          <p:cNvPr id="3" name="Freeform: Shape 11">
            <a:extLst>
              <a:ext uri="{FF2B5EF4-FFF2-40B4-BE49-F238E27FC236}">
                <a16:creationId xmlns:a16="http://schemas.microsoft.com/office/drawing/2014/main" id="{20E24AA2-A4D8-FFB3-C801-0E57990B8CB6}"/>
              </a:ext>
            </a:extLst>
          </p:cNvPr>
          <p:cNvSpPr/>
          <p:nvPr userDrawn="1"/>
        </p:nvSpPr>
        <p:spPr>
          <a:xfrm>
            <a:off x="1360235" y="5541405"/>
            <a:ext cx="663381" cy="75892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1">
              <a:lumMod val="60000"/>
              <a:lumOff val="4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
        <p:nvSpPr>
          <p:cNvPr id="9" name="Freeform: Shape 5">
            <a:extLst>
              <a:ext uri="{FF2B5EF4-FFF2-40B4-BE49-F238E27FC236}">
                <a16:creationId xmlns:a16="http://schemas.microsoft.com/office/drawing/2014/main" id="{1FEC53F3-5030-5BCF-54CA-ABB14457C073}"/>
              </a:ext>
            </a:extLst>
          </p:cNvPr>
          <p:cNvSpPr/>
          <p:nvPr userDrawn="1"/>
        </p:nvSpPr>
        <p:spPr>
          <a:xfrm>
            <a:off x="5429027" y="393334"/>
            <a:ext cx="1244907" cy="140525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Tree>
    <p:extLst>
      <p:ext uri="{BB962C8B-B14F-4D97-AF65-F5344CB8AC3E}">
        <p14:creationId xmlns:p14="http://schemas.microsoft.com/office/powerpoint/2010/main" val="34077113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86721E85-C7DE-A05F-D33D-97CAF161E33A}"/>
              </a:ext>
            </a:extLst>
          </p:cNvPr>
          <p:cNvSpPr/>
          <p:nvPr userDrawn="1"/>
        </p:nvSpPr>
        <p:spPr>
          <a:xfrm>
            <a:off x="0" y="2860787"/>
            <a:ext cx="2004570" cy="3676532"/>
          </a:xfrm>
          <a:custGeom>
            <a:avLst/>
            <a:gdLst>
              <a:gd name="connsiteX0" fmla="*/ 417538 w 2004570"/>
              <a:gd name="connsiteY0" fmla="*/ 0 h 3676532"/>
              <a:gd name="connsiteX1" fmla="*/ 2004570 w 2004570"/>
              <a:gd name="connsiteY1" fmla="*/ 925683 h 3676532"/>
              <a:gd name="connsiteX2" fmla="*/ 2004570 w 2004570"/>
              <a:gd name="connsiteY2" fmla="*/ 2763949 h 3676532"/>
              <a:gd name="connsiteX3" fmla="*/ 413202 w 2004570"/>
              <a:gd name="connsiteY3" fmla="*/ 3676532 h 3676532"/>
              <a:gd name="connsiteX4" fmla="*/ 0 w 2004570"/>
              <a:gd name="connsiteY4" fmla="*/ 3439338 h 3676532"/>
              <a:gd name="connsiteX5" fmla="*/ 0 w 2004570"/>
              <a:gd name="connsiteY5" fmla="*/ 241075 h 36765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04570" h="3676532">
                <a:moveTo>
                  <a:pt x="417538" y="0"/>
                </a:moveTo>
                <a:lnTo>
                  <a:pt x="2004570" y="925683"/>
                </a:lnTo>
                <a:lnTo>
                  <a:pt x="2004570" y="2763949"/>
                </a:lnTo>
                <a:lnTo>
                  <a:pt x="413202" y="3676532"/>
                </a:lnTo>
                <a:lnTo>
                  <a:pt x="0" y="3439338"/>
                </a:lnTo>
                <a:lnTo>
                  <a:pt x="0" y="241075"/>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15">
            <a:extLst>
              <a:ext uri="{FF2B5EF4-FFF2-40B4-BE49-F238E27FC236}">
                <a16:creationId xmlns:a16="http://schemas.microsoft.com/office/drawing/2014/main" id="{2BA5A58B-9440-7DAB-E7D7-3143B049FBAC}"/>
              </a:ext>
            </a:extLst>
          </p:cNvPr>
          <p:cNvSpPr/>
          <p:nvPr userDrawn="1"/>
        </p:nvSpPr>
        <p:spPr>
          <a:xfrm flipH="1">
            <a:off x="657773" y="5253270"/>
            <a:ext cx="1710765" cy="1621875"/>
          </a:xfrm>
          <a:custGeom>
            <a:avLst/>
            <a:gdLst>
              <a:gd name="connsiteX0" fmla="*/ 852873 w 1710765"/>
              <a:gd name="connsiteY0" fmla="*/ 0 h 1593273"/>
              <a:gd name="connsiteX1" fmla="*/ 0 w 1710765"/>
              <a:gd name="connsiteY1" fmla="*/ 494134 h 1593273"/>
              <a:gd name="connsiteX2" fmla="*/ 0 w 1710765"/>
              <a:gd name="connsiteY2" fmla="*/ 1475410 h 1593273"/>
              <a:gd name="connsiteX3" fmla="*/ 206916 w 1710765"/>
              <a:gd name="connsiteY3" fmla="*/ 1593273 h 1593273"/>
              <a:gd name="connsiteX4" fmla="*/ 1502835 w 1710765"/>
              <a:gd name="connsiteY4" fmla="*/ 1593273 h 1593273"/>
              <a:gd name="connsiteX5" fmla="*/ 1709418 w 1710765"/>
              <a:gd name="connsiteY5" fmla="*/ 1475480 h 1593273"/>
              <a:gd name="connsiteX6" fmla="*/ 1710407 w 1710765"/>
              <a:gd name="connsiteY6" fmla="*/ 491803 h 15932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10765" h="1593273">
                <a:moveTo>
                  <a:pt x="852873" y="0"/>
                </a:moveTo>
                <a:lnTo>
                  <a:pt x="0" y="494134"/>
                </a:lnTo>
                <a:lnTo>
                  <a:pt x="0" y="1475410"/>
                </a:lnTo>
                <a:lnTo>
                  <a:pt x="206916" y="1593273"/>
                </a:lnTo>
                <a:lnTo>
                  <a:pt x="1502835" y="1593273"/>
                </a:lnTo>
                <a:lnTo>
                  <a:pt x="1709418" y="1475480"/>
                </a:lnTo>
                <a:cubicBezTo>
                  <a:pt x="1707864" y="1146834"/>
                  <a:pt x="1711961" y="820449"/>
                  <a:pt x="1710407" y="491803"/>
                </a:cubicBezTo>
                <a:close/>
              </a:path>
            </a:pathLst>
          </a:cu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7" name="Freeform: Shape 24">
            <a:extLst>
              <a:ext uri="{FF2B5EF4-FFF2-40B4-BE49-F238E27FC236}">
                <a16:creationId xmlns:a16="http://schemas.microsoft.com/office/drawing/2014/main" id="{A23F9759-CF52-CE45-5E22-9678534685A7}"/>
              </a:ext>
            </a:extLst>
          </p:cNvPr>
          <p:cNvSpPr/>
          <p:nvPr userDrawn="1"/>
        </p:nvSpPr>
        <p:spPr>
          <a:xfrm flipH="1">
            <a:off x="2275432" y="4699053"/>
            <a:ext cx="668814" cy="784693"/>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6" name="Title 5">
            <a:extLst>
              <a:ext uri="{FF2B5EF4-FFF2-40B4-BE49-F238E27FC236}">
                <a16:creationId xmlns:a16="http://schemas.microsoft.com/office/drawing/2014/main" id="{5D84FCC1-368D-680C-31AA-597C3AAF4232}"/>
              </a:ext>
            </a:extLst>
          </p:cNvPr>
          <p:cNvSpPr>
            <a:spLocks noGrp="1"/>
          </p:cNvSpPr>
          <p:nvPr>
            <p:ph type="title"/>
          </p:nvPr>
        </p:nvSpPr>
        <p:spPr>
          <a:xfrm>
            <a:off x="3465576" y="1499616"/>
            <a:ext cx="7955280" cy="1335024"/>
          </a:xfrm>
        </p:spPr>
        <p:txBody>
          <a:bodyPr anchor="b">
            <a:normAutofit/>
          </a:bodyPr>
          <a:lstStyle>
            <a:lvl1pPr>
              <a:defRPr sz="3600"/>
            </a:lvl1pPr>
          </a:lstStyle>
          <a:p>
            <a:r>
              <a:rPr lang="en-US"/>
              <a:t>Click to edit Master title style</a:t>
            </a:r>
            <a:endParaRPr lang="en-US" dirty="0"/>
          </a:p>
        </p:txBody>
      </p:sp>
      <p:sp>
        <p:nvSpPr>
          <p:cNvPr id="4" name="Content Placeholder 2">
            <a:extLst>
              <a:ext uri="{FF2B5EF4-FFF2-40B4-BE49-F238E27FC236}">
                <a16:creationId xmlns:a16="http://schemas.microsoft.com/office/drawing/2014/main" id="{6FFF81D2-C0B4-3B82-8DF6-D10CC07C441C}"/>
              </a:ext>
            </a:extLst>
          </p:cNvPr>
          <p:cNvSpPr>
            <a:spLocks noGrp="1"/>
          </p:cNvSpPr>
          <p:nvPr>
            <p:ph idx="14"/>
          </p:nvPr>
        </p:nvSpPr>
        <p:spPr>
          <a:xfrm>
            <a:off x="3465576" y="3108960"/>
            <a:ext cx="4572000" cy="3108960"/>
          </a:xfrm>
        </p:spPr>
        <p:txBody>
          <a:bodyPr/>
          <a:lstStyle>
            <a:lvl1pPr marL="512064" indent="-512064">
              <a:buFont typeface="+mj-lt"/>
              <a:buAutoNum type="arabicPeriod"/>
              <a:defRPr sz="1800"/>
            </a:lvl1pPr>
            <a:lvl2pPr marL="1097280" indent="-512064">
              <a:buFont typeface="+mj-lt"/>
              <a:buAutoNum type="alphaLcPeriod"/>
              <a:defRPr sz="1800"/>
            </a:lvl2pPr>
            <a:lvl3pPr marL="1645920" indent="-512064">
              <a:buFont typeface="+mj-lt"/>
              <a:buAutoNum type="romanLcPeriod"/>
              <a:defRPr sz="1800"/>
            </a:lvl3pPr>
            <a:lvl4pPr marL="2194560" indent="-512064">
              <a:buFont typeface="+mj-lt"/>
              <a:buAutoNum type="arabicParen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Content Placeholder 2">
            <a:extLst>
              <a:ext uri="{FF2B5EF4-FFF2-40B4-BE49-F238E27FC236}">
                <a16:creationId xmlns:a16="http://schemas.microsoft.com/office/drawing/2014/main" id="{F190F721-56C7-251D-948D-117696095C32}"/>
              </a:ext>
            </a:extLst>
          </p:cNvPr>
          <p:cNvSpPr>
            <a:spLocks noGrp="1"/>
          </p:cNvSpPr>
          <p:nvPr>
            <p:ph idx="1"/>
          </p:nvPr>
        </p:nvSpPr>
        <p:spPr>
          <a:xfrm>
            <a:off x="8229600" y="3108960"/>
            <a:ext cx="3017520" cy="3108960"/>
          </a:xfrm>
        </p:spPr>
        <p:txBody>
          <a:bodyPr/>
          <a:lstStyle>
            <a:lvl1pPr marL="0" indent="0">
              <a:lnSpc>
                <a:spcPct val="100000"/>
              </a:lnSpc>
              <a:spcBef>
                <a:spcPts val="0"/>
              </a:spcBef>
              <a:spcAft>
                <a:spcPts val="600"/>
              </a:spcAft>
              <a:buNone/>
              <a:defRPr sz="1800"/>
            </a:lvl1pPr>
            <a:lvl2pPr>
              <a:lnSpc>
                <a:spcPct val="100000"/>
              </a:lnSpc>
              <a:spcBef>
                <a:spcPts val="0"/>
              </a:spcBef>
              <a:spcAft>
                <a:spcPts val="600"/>
              </a:spcAft>
              <a:defRPr sz="1800"/>
            </a:lvl2pPr>
            <a:lvl3pPr>
              <a:lnSpc>
                <a:spcPct val="100000"/>
              </a:lnSpc>
              <a:spcBef>
                <a:spcPts val="0"/>
              </a:spcBef>
              <a:spcAft>
                <a:spcPts val="600"/>
              </a:spcAft>
              <a:defRPr sz="1800"/>
            </a:lvl3pPr>
            <a:lvl4pPr>
              <a:lnSpc>
                <a:spcPct val="100000"/>
              </a:lnSpc>
              <a:spcBef>
                <a:spcPts val="0"/>
              </a:spcBef>
              <a:spcAft>
                <a:spcPts val="600"/>
              </a:spcAft>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Footer Placeholder 7">
            <a:extLst>
              <a:ext uri="{FF2B5EF4-FFF2-40B4-BE49-F238E27FC236}">
                <a16:creationId xmlns:a16="http://schemas.microsoft.com/office/drawing/2014/main" id="{6C94E8A0-C02C-2322-50C1-50080A793F84}"/>
              </a:ext>
            </a:extLst>
          </p:cNvPr>
          <p:cNvSpPr>
            <a:spLocks noGrp="1"/>
          </p:cNvSpPr>
          <p:nvPr>
            <p:ph type="ftr" sz="quarter" idx="41"/>
          </p:nvPr>
        </p:nvSpPr>
        <p:spPr>
          <a:xfrm>
            <a:off x="3465576" y="6217920"/>
            <a:ext cx="4114800" cy="365125"/>
          </a:xfrm>
        </p:spPr>
        <p:txBody>
          <a:bodyPr/>
          <a:lstStyle/>
          <a:p>
            <a:endParaRPr lang="en-US" noProof="0" dirty="0"/>
          </a:p>
        </p:txBody>
      </p:sp>
      <p:sp>
        <p:nvSpPr>
          <p:cNvPr id="5" name="Slide Number Placeholder 4">
            <a:extLst>
              <a:ext uri="{FF2B5EF4-FFF2-40B4-BE49-F238E27FC236}">
                <a16:creationId xmlns:a16="http://schemas.microsoft.com/office/drawing/2014/main" id="{2446A453-65E1-B688-A3F9-EA0AA347DDEA}"/>
              </a:ext>
            </a:extLst>
          </p:cNvPr>
          <p:cNvSpPr>
            <a:spLocks noGrp="1"/>
          </p:cNvSpPr>
          <p:nvPr>
            <p:ph type="sldNum" sz="quarter" idx="40"/>
          </p:nvPr>
        </p:nvSpPr>
        <p:spPr/>
        <p:txBody>
          <a:bodyPr>
            <a:noAutofit/>
          </a:bodyPr>
          <a:lstStyle/>
          <a:p>
            <a:fld id="{47FEACEE-25B4-4A2D-B147-27296E36371D}" type="slidenum">
              <a:rPr lang="en-US" altLang="zh-CN" noProof="0" smtClean="0"/>
              <a:pPr/>
              <a:t>‹#›</a:t>
            </a:fld>
            <a:endParaRPr lang="en-US" altLang="zh-CN" noProof="0" dirty="0"/>
          </a:p>
        </p:txBody>
      </p:sp>
      <p:sp>
        <p:nvSpPr>
          <p:cNvPr id="2" name="Freeform: Shape 12">
            <a:extLst>
              <a:ext uri="{FF2B5EF4-FFF2-40B4-BE49-F238E27FC236}">
                <a16:creationId xmlns:a16="http://schemas.microsoft.com/office/drawing/2014/main" id="{0750FD92-E143-4402-D455-30DC417CBDBE}"/>
              </a:ext>
            </a:extLst>
          </p:cNvPr>
          <p:cNvSpPr/>
          <p:nvPr userDrawn="1"/>
        </p:nvSpPr>
        <p:spPr>
          <a:xfrm>
            <a:off x="1198465" y="958947"/>
            <a:ext cx="1544735" cy="174369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29" name="Freeform 28">
            <a:extLst>
              <a:ext uri="{FF2B5EF4-FFF2-40B4-BE49-F238E27FC236}">
                <a16:creationId xmlns:a16="http://schemas.microsoft.com/office/drawing/2014/main" id="{6B13E9E2-D67B-E75B-D60D-CE3782A4FC67}"/>
              </a:ext>
            </a:extLst>
          </p:cNvPr>
          <p:cNvSpPr/>
          <p:nvPr userDrawn="1"/>
        </p:nvSpPr>
        <p:spPr>
          <a:xfrm>
            <a:off x="326738" y="0"/>
            <a:ext cx="1544359" cy="1254845"/>
          </a:xfrm>
          <a:custGeom>
            <a:avLst/>
            <a:gdLst>
              <a:gd name="connsiteX0" fmla="*/ 0 w 1544359"/>
              <a:gd name="connsiteY0" fmla="*/ 0 h 1254845"/>
              <a:gd name="connsiteX1" fmla="*/ 1544359 w 1544359"/>
              <a:gd name="connsiteY1" fmla="*/ 0 h 1254845"/>
              <a:gd name="connsiteX2" fmla="*/ 1543519 w 1544359"/>
              <a:gd name="connsiteY2" fmla="*/ 822090 h 1254845"/>
              <a:gd name="connsiteX3" fmla="*/ 772206 w 1544359"/>
              <a:gd name="connsiteY3" fmla="*/ 1254845 h 1254845"/>
              <a:gd name="connsiteX4" fmla="*/ 0 w 1544359"/>
              <a:gd name="connsiteY4" fmla="*/ 822027 h 12548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44359" h="1254845">
                <a:moveTo>
                  <a:pt x="0" y="0"/>
                </a:moveTo>
                <a:lnTo>
                  <a:pt x="1544359" y="0"/>
                </a:lnTo>
                <a:lnTo>
                  <a:pt x="1543519" y="822090"/>
                </a:lnTo>
                <a:lnTo>
                  <a:pt x="772206" y="1254845"/>
                </a:lnTo>
                <a:lnTo>
                  <a:pt x="0" y="822027"/>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266211375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wo content 04">
    <p:spTree>
      <p:nvGrpSpPr>
        <p:cNvPr id="1" name=""/>
        <p:cNvGrpSpPr/>
        <p:nvPr/>
      </p:nvGrpSpPr>
      <p:grpSpPr>
        <a:xfrm>
          <a:off x="0" y="0"/>
          <a:ext cx="0" cy="0"/>
          <a:chOff x="0" y="0"/>
          <a:chExt cx="0" cy="0"/>
        </a:xfrm>
      </p:grpSpPr>
      <p:sp>
        <p:nvSpPr>
          <p:cNvPr id="47" name="Freeform 46">
            <a:extLst>
              <a:ext uri="{FF2B5EF4-FFF2-40B4-BE49-F238E27FC236}">
                <a16:creationId xmlns:a16="http://schemas.microsoft.com/office/drawing/2014/main" id="{39B50CEE-D9F9-B5CD-C274-BEAA5EAB37E3}"/>
              </a:ext>
            </a:extLst>
          </p:cNvPr>
          <p:cNvSpPr/>
          <p:nvPr userDrawn="1"/>
        </p:nvSpPr>
        <p:spPr>
          <a:xfrm>
            <a:off x="410352" y="12435"/>
            <a:ext cx="1455521" cy="1019127"/>
          </a:xfrm>
          <a:custGeom>
            <a:avLst/>
            <a:gdLst>
              <a:gd name="connsiteX0" fmla="*/ 219223 w 1455521"/>
              <a:gd name="connsiteY0" fmla="*/ 0 h 1019127"/>
              <a:gd name="connsiteX1" fmla="*/ 1236298 w 1455521"/>
              <a:gd name="connsiteY1" fmla="*/ 0 h 1019127"/>
              <a:gd name="connsiteX2" fmla="*/ 1455521 w 1455521"/>
              <a:gd name="connsiteY2" fmla="*/ 385779 h 1019127"/>
              <a:gd name="connsiteX3" fmla="*/ 1095615 w 1455521"/>
              <a:gd name="connsiteY3" fmla="*/ 1019127 h 1019127"/>
              <a:gd name="connsiteX4" fmla="*/ 359906 w 1455521"/>
              <a:gd name="connsiteY4" fmla="*/ 1019127 h 1019127"/>
              <a:gd name="connsiteX5" fmla="*/ 0 w 1455521"/>
              <a:gd name="connsiteY5" fmla="*/ 385779 h 1019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55521" h="1019127">
                <a:moveTo>
                  <a:pt x="219223" y="0"/>
                </a:moveTo>
                <a:lnTo>
                  <a:pt x="1236298" y="0"/>
                </a:lnTo>
                <a:lnTo>
                  <a:pt x="1455521" y="385779"/>
                </a:lnTo>
                <a:lnTo>
                  <a:pt x="1095615" y="1019127"/>
                </a:lnTo>
                <a:lnTo>
                  <a:pt x="359906" y="1019127"/>
                </a:lnTo>
                <a:lnTo>
                  <a:pt x="0" y="385779"/>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Hexagon 15">
            <a:extLst>
              <a:ext uri="{FF2B5EF4-FFF2-40B4-BE49-F238E27FC236}">
                <a16:creationId xmlns:a16="http://schemas.microsoft.com/office/drawing/2014/main" id="{93831F6E-A0DA-46E5-AF13-ED5D9ABF108D}"/>
              </a:ext>
            </a:extLst>
          </p:cNvPr>
          <p:cNvSpPr/>
          <p:nvPr userDrawn="1"/>
        </p:nvSpPr>
        <p:spPr>
          <a:xfrm>
            <a:off x="1579486" y="450004"/>
            <a:ext cx="1455521" cy="1266696"/>
          </a:xfrm>
          <a:prstGeom prst="hexagon">
            <a:avLst>
              <a:gd name="adj" fmla="val 28413"/>
              <a:gd name="vf" fmla="val 115470"/>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0" name="Hexagon 17">
            <a:extLst>
              <a:ext uri="{FF2B5EF4-FFF2-40B4-BE49-F238E27FC236}">
                <a16:creationId xmlns:a16="http://schemas.microsoft.com/office/drawing/2014/main" id="{18B06ECC-5FA7-4ACA-86BF-694240D0C05B}"/>
              </a:ext>
            </a:extLst>
          </p:cNvPr>
          <p:cNvSpPr/>
          <p:nvPr userDrawn="1"/>
        </p:nvSpPr>
        <p:spPr>
          <a:xfrm>
            <a:off x="412218" y="1136470"/>
            <a:ext cx="1455521" cy="1266696"/>
          </a:xfrm>
          <a:prstGeom prst="hexagon">
            <a:avLst>
              <a:gd name="adj" fmla="val 28413"/>
              <a:gd name="vf" fmla="val 11547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1" name="Hexagon 19">
            <a:extLst>
              <a:ext uri="{FF2B5EF4-FFF2-40B4-BE49-F238E27FC236}">
                <a16:creationId xmlns:a16="http://schemas.microsoft.com/office/drawing/2014/main" id="{089AA305-8FFC-46A5-B806-D5D78320D0CD}"/>
              </a:ext>
            </a:extLst>
          </p:cNvPr>
          <p:cNvSpPr/>
          <p:nvPr userDrawn="1"/>
        </p:nvSpPr>
        <p:spPr>
          <a:xfrm>
            <a:off x="1580070" y="1812437"/>
            <a:ext cx="1455521" cy="1266696"/>
          </a:xfrm>
          <a:prstGeom prst="hexagon">
            <a:avLst>
              <a:gd name="adj" fmla="val 28413"/>
              <a:gd name="vf" fmla="val 11547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2" name="Hexagon 21">
            <a:extLst>
              <a:ext uri="{FF2B5EF4-FFF2-40B4-BE49-F238E27FC236}">
                <a16:creationId xmlns:a16="http://schemas.microsoft.com/office/drawing/2014/main" id="{DB2D65ED-32BC-44B2-92F3-E16717051CA1}"/>
              </a:ext>
            </a:extLst>
          </p:cNvPr>
          <p:cNvSpPr/>
          <p:nvPr userDrawn="1"/>
        </p:nvSpPr>
        <p:spPr>
          <a:xfrm>
            <a:off x="3953772" y="4582171"/>
            <a:ext cx="1455521" cy="1266696"/>
          </a:xfrm>
          <a:prstGeom prst="hexagon">
            <a:avLst>
              <a:gd name="adj" fmla="val 28413"/>
              <a:gd name="vf" fmla="val 115470"/>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44" name="Freeform 43">
            <a:extLst>
              <a:ext uri="{FF2B5EF4-FFF2-40B4-BE49-F238E27FC236}">
                <a16:creationId xmlns:a16="http://schemas.microsoft.com/office/drawing/2014/main" id="{6100186E-95B0-AB29-6F1D-DBFBAA566DB2}"/>
              </a:ext>
            </a:extLst>
          </p:cNvPr>
          <p:cNvSpPr/>
          <p:nvPr userDrawn="1"/>
        </p:nvSpPr>
        <p:spPr>
          <a:xfrm>
            <a:off x="3955762" y="5952136"/>
            <a:ext cx="1455521" cy="932559"/>
          </a:xfrm>
          <a:custGeom>
            <a:avLst/>
            <a:gdLst>
              <a:gd name="connsiteX0" fmla="*/ 359906 w 1455521"/>
              <a:gd name="connsiteY0" fmla="*/ 0 h 932559"/>
              <a:gd name="connsiteX1" fmla="*/ 1095615 w 1455521"/>
              <a:gd name="connsiteY1" fmla="*/ 0 h 932559"/>
              <a:gd name="connsiteX2" fmla="*/ 1455521 w 1455521"/>
              <a:gd name="connsiteY2" fmla="*/ 633348 h 932559"/>
              <a:gd name="connsiteX3" fmla="*/ 1285492 w 1455521"/>
              <a:gd name="connsiteY3" fmla="*/ 932559 h 932559"/>
              <a:gd name="connsiteX4" fmla="*/ 170030 w 1455521"/>
              <a:gd name="connsiteY4" fmla="*/ 932559 h 932559"/>
              <a:gd name="connsiteX5" fmla="*/ 0 w 1455521"/>
              <a:gd name="connsiteY5" fmla="*/ 633348 h 9325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55521" h="932559">
                <a:moveTo>
                  <a:pt x="359906" y="0"/>
                </a:moveTo>
                <a:lnTo>
                  <a:pt x="1095615" y="0"/>
                </a:lnTo>
                <a:lnTo>
                  <a:pt x="1455521" y="633348"/>
                </a:lnTo>
                <a:lnTo>
                  <a:pt x="1285492" y="932559"/>
                </a:lnTo>
                <a:lnTo>
                  <a:pt x="170030" y="932559"/>
                </a:lnTo>
                <a:lnTo>
                  <a:pt x="0" y="633348"/>
                </a:lnTo>
                <a:close/>
              </a:path>
            </a:pathLst>
          </a:custGeom>
          <a:solidFill>
            <a:schemeClr val="tx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Hexagon 27">
            <a:extLst>
              <a:ext uri="{FF2B5EF4-FFF2-40B4-BE49-F238E27FC236}">
                <a16:creationId xmlns:a16="http://schemas.microsoft.com/office/drawing/2014/main" id="{5275D449-7441-440B-8584-96D25256F24D}"/>
              </a:ext>
            </a:extLst>
          </p:cNvPr>
          <p:cNvSpPr/>
          <p:nvPr userDrawn="1"/>
        </p:nvSpPr>
        <p:spPr>
          <a:xfrm>
            <a:off x="2783996" y="5245443"/>
            <a:ext cx="1455521" cy="1266696"/>
          </a:xfrm>
          <a:prstGeom prst="hexagon">
            <a:avLst>
              <a:gd name="adj" fmla="val 28413"/>
              <a:gd name="vf" fmla="val 11547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5" name="Hexagon 21">
            <a:extLst>
              <a:ext uri="{FF2B5EF4-FFF2-40B4-BE49-F238E27FC236}">
                <a16:creationId xmlns:a16="http://schemas.microsoft.com/office/drawing/2014/main" id="{AA088CB3-68C2-8BF7-640B-511D7AD708D4}"/>
              </a:ext>
            </a:extLst>
          </p:cNvPr>
          <p:cNvSpPr/>
          <p:nvPr userDrawn="1"/>
        </p:nvSpPr>
        <p:spPr>
          <a:xfrm>
            <a:off x="2757266" y="2493385"/>
            <a:ext cx="1467568" cy="1305975"/>
          </a:xfrm>
          <a:prstGeom prst="hexagon">
            <a:avLst>
              <a:gd name="adj" fmla="val 28413"/>
              <a:gd name="vf" fmla="val 115470"/>
            </a:avLst>
          </a:prstGeom>
          <a:noFill/>
          <a:ln w="19050">
            <a:solidFill>
              <a:srgbClr val="D844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5" name="Hexagon 28">
            <a:extLst>
              <a:ext uri="{FF2B5EF4-FFF2-40B4-BE49-F238E27FC236}">
                <a16:creationId xmlns:a16="http://schemas.microsoft.com/office/drawing/2014/main" id="{94CFCD79-F5CD-4175-96DE-1AC2E1999DB6}"/>
              </a:ext>
            </a:extLst>
          </p:cNvPr>
          <p:cNvSpPr/>
          <p:nvPr userDrawn="1"/>
        </p:nvSpPr>
        <p:spPr>
          <a:xfrm>
            <a:off x="2767144" y="3880620"/>
            <a:ext cx="1455521" cy="1266696"/>
          </a:xfrm>
          <a:prstGeom prst="hexagon">
            <a:avLst>
              <a:gd name="adj" fmla="val 28413"/>
              <a:gd name="vf" fmla="val 115470"/>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43" name="Freeform 42">
            <a:extLst>
              <a:ext uri="{FF2B5EF4-FFF2-40B4-BE49-F238E27FC236}">
                <a16:creationId xmlns:a16="http://schemas.microsoft.com/office/drawing/2014/main" id="{C8667104-E096-23C3-4C2C-5277C2AF5C57}"/>
              </a:ext>
            </a:extLst>
          </p:cNvPr>
          <p:cNvSpPr/>
          <p:nvPr userDrawn="1"/>
        </p:nvSpPr>
        <p:spPr>
          <a:xfrm>
            <a:off x="3702" y="448131"/>
            <a:ext cx="678871" cy="1266696"/>
          </a:xfrm>
          <a:custGeom>
            <a:avLst/>
            <a:gdLst>
              <a:gd name="connsiteX0" fmla="*/ 0 w 678871"/>
              <a:gd name="connsiteY0" fmla="*/ 0 h 1266696"/>
              <a:gd name="connsiteX1" fmla="*/ 318965 w 678871"/>
              <a:gd name="connsiteY1" fmla="*/ 0 h 1266696"/>
              <a:gd name="connsiteX2" fmla="*/ 678871 w 678871"/>
              <a:gd name="connsiteY2" fmla="*/ 633348 h 1266696"/>
              <a:gd name="connsiteX3" fmla="*/ 318965 w 678871"/>
              <a:gd name="connsiteY3" fmla="*/ 1266696 h 1266696"/>
              <a:gd name="connsiteX4" fmla="*/ 0 w 678871"/>
              <a:gd name="connsiteY4" fmla="*/ 1266696 h 12666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8871" h="1266696">
                <a:moveTo>
                  <a:pt x="0" y="0"/>
                </a:moveTo>
                <a:lnTo>
                  <a:pt x="318965" y="0"/>
                </a:lnTo>
                <a:lnTo>
                  <a:pt x="678871" y="633348"/>
                </a:lnTo>
                <a:lnTo>
                  <a:pt x="318965" y="1266696"/>
                </a:lnTo>
                <a:lnTo>
                  <a:pt x="0" y="1266696"/>
                </a:lnTo>
                <a:close/>
              </a:path>
            </a:pathLst>
          </a:custGeom>
          <a:noFill/>
          <a:ln w="1905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Hexagon 31">
            <a:extLst>
              <a:ext uri="{FF2B5EF4-FFF2-40B4-BE49-F238E27FC236}">
                <a16:creationId xmlns:a16="http://schemas.microsoft.com/office/drawing/2014/main" id="{61BB4AB0-7C5C-4697-A25B-0AFD8754AB52}"/>
              </a:ext>
            </a:extLst>
          </p:cNvPr>
          <p:cNvSpPr/>
          <p:nvPr userDrawn="1"/>
        </p:nvSpPr>
        <p:spPr>
          <a:xfrm>
            <a:off x="1580353" y="3182793"/>
            <a:ext cx="1455521" cy="1266696"/>
          </a:xfrm>
          <a:prstGeom prst="hexagon">
            <a:avLst>
              <a:gd name="adj" fmla="val 28413"/>
              <a:gd name="vf" fmla="val 115470"/>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7" name="Hexagon 28">
            <a:extLst>
              <a:ext uri="{FF2B5EF4-FFF2-40B4-BE49-F238E27FC236}">
                <a16:creationId xmlns:a16="http://schemas.microsoft.com/office/drawing/2014/main" id="{E4EF439B-1CC3-CA39-B62A-E54F83ED70D2}"/>
              </a:ext>
            </a:extLst>
          </p:cNvPr>
          <p:cNvSpPr/>
          <p:nvPr userDrawn="1"/>
        </p:nvSpPr>
        <p:spPr>
          <a:xfrm>
            <a:off x="396269" y="2511644"/>
            <a:ext cx="1455521" cy="1266696"/>
          </a:xfrm>
          <a:prstGeom prst="hexagon">
            <a:avLst>
              <a:gd name="adj" fmla="val 28413"/>
              <a:gd name="vf" fmla="val 115470"/>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46" name="Freeform 45">
            <a:extLst>
              <a:ext uri="{FF2B5EF4-FFF2-40B4-BE49-F238E27FC236}">
                <a16:creationId xmlns:a16="http://schemas.microsoft.com/office/drawing/2014/main" id="{2363FF00-E570-D743-258E-E9FEF4F02A08}"/>
              </a:ext>
            </a:extLst>
          </p:cNvPr>
          <p:cNvSpPr/>
          <p:nvPr userDrawn="1"/>
        </p:nvSpPr>
        <p:spPr>
          <a:xfrm>
            <a:off x="6334981" y="5962237"/>
            <a:ext cx="1455521" cy="901561"/>
          </a:xfrm>
          <a:custGeom>
            <a:avLst/>
            <a:gdLst>
              <a:gd name="connsiteX0" fmla="*/ 359906 w 1455521"/>
              <a:gd name="connsiteY0" fmla="*/ 0 h 901561"/>
              <a:gd name="connsiteX1" fmla="*/ 1095615 w 1455521"/>
              <a:gd name="connsiteY1" fmla="*/ 0 h 901561"/>
              <a:gd name="connsiteX2" fmla="*/ 1455521 w 1455521"/>
              <a:gd name="connsiteY2" fmla="*/ 633348 h 901561"/>
              <a:gd name="connsiteX3" fmla="*/ 1303107 w 1455521"/>
              <a:gd name="connsiteY3" fmla="*/ 901561 h 901561"/>
              <a:gd name="connsiteX4" fmla="*/ 152415 w 1455521"/>
              <a:gd name="connsiteY4" fmla="*/ 901561 h 901561"/>
              <a:gd name="connsiteX5" fmla="*/ 0 w 1455521"/>
              <a:gd name="connsiteY5" fmla="*/ 633348 h 901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55521" h="901561">
                <a:moveTo>
                  <a:pt x="359906" y="0"/>
                </a:moveTo>
                <a:lnTo>
                  <a:pt x="1095615" y="0"/>
                </a:lnTo>
                <a:lnTo>
                  <a:pt x="1455521" y="633348"/>
                </a:lnTo>
                <a:lnTo>
                  <a:pt x="1303107" y="901561"/>
                </a:lnTo>
                <a:lnTo>
                  <a:pt x="152415" y="901561"/>
                </a:lnTo>
                <a:lnTo>
                  <a:pt x="0" y="633348"/>
                </a:lnTo>
                <a:close/>
              </a:path>
            </a:pathLst>
          </a:custGeom>
          <a:noFill/>
          <a:ln w="19050">
            <a:solidFill>
              <a:srgbClr val="98432A"/>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Hexagon 21">
            <a:extLst>
              <a:ext uri="{FF2B5EF4-FFF2-40B4-BE49-F238E27FC236}">
                <a16:creationId xmlns:a16="http://schemas.microsoft.com/office/drawing/2014/main" id="{A38FF139-88E9-67A9-6010-4EDFB851076B}"/>
              </a:ext>
            </a:extLst>
          </p:cNvPr>
          <p:cNvSpPr/>
          <p:nvPr userDrawn="1"/>
        </p:nvSpPr>
        <p:spPr>
          <a:xfrm>
            <a:off x="5150156" y="5261378"/>
            <a:ext cx="1455521" cy="1266696"/>
          </a:xfrm>
          <a:prstGeom prst="hexagon">
            <a:avLst>
              <a:gd name="adj" fmla="val 28413"/>
              <a:gd name="vf" fmla="val 115470"/>
            </a:avLst>
          </a:prstGeom>
          <a:noFill/>
          <a:ln w="1905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2" name="Hexagon 21">
            <a:extLst>
              <a:ext uri="{FF2B5EF4-FFF2-40B4-BE49-F238E27FC236}">
                <a16:creationId xmlns:a16="http://schemas.microsoft.com/office/drawing/2014/main" id="{99956147-4454-5EA6-FC9C-94C08EE35F28}"/>
              </a:ext>
            </a:extLst>
          </p:cNvPr>
          <p:cNvSpPr/>
          <p:nvPr userDrawn="1"/>
        </p:nvSpPr>
        <p:spPr>
          <a:xfrm>
            <a:off x="3948599" y="3206642"/>
            <a:ext cx="1455521" cy="1266696"/>
          </a:xfrm>
          <a:prstGeom prst="hexagon">
            <a:avLst>
              <a:gd name="adj" fmla="val 28413"/>
              <a:gd name="vf" fmla="val 11547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22" name="Title 1">
            <a:extLst>
              <a:ext uri="{FF2B5EF4-FFF2-40B4-BE49-F238E27FC236}">
                <a16:creationId xmlns:a16="http://schemas.microsoft.com/office/drawing/2014/main" id="{4722C9EB-D452-B3DF-5219-160F48DE789C}"/>
              </a:ext>
            </a:extLst>
          </p:cNvPr>
          <p:cNvSpPr>
            <a:spLocks noGrp="1"/>
          </p:cNvSpPr>
          <p:nvPr>
            <p:ph type="title"/>
          </p:nvPr>
        </p:nvSpPr>
        <p:spPr>
          <a:xfrm>
            <a:off x="6035040" y="731520"/>
            <a:ext cx="5394960" cy="2103120"/>
          </a:xfrm>
        </p:spPr>
        <p:txBody>
          <a:bodyPr anchor="b">
            <a:normAutofit/>
          </a:bodyPr>
          <a:lstStyle/>
          <a:p>
            <a:r>
              <a:rPr lang="en-US"/>
              <a:t>Click to edit Master title style</a:t>
            </a:r>
            <a:endParaRPr lang="en-US" dirty="0"/>
          </a:p>
        </p:txBody>
      </p:sp>
      <p:sp>
        <p:nvSpPr>
          <p:cNvPr id="21" name="Content Placeholder 47" descr="Click icon to add picture">
            <a:extLst>
              <a:ext uri="{FF2B5EF4-FFF2-40B4-BE49-F238E27FC236}">
                <a16:creationId xmlns:a16="http://schemas.microsoft.com/office/drawing/2014/main" id="{B7E46D91-6194-E279-CAE3-425E21FD4A83}"/>
              </a:ext>
            </a:extLst>
          </p:cNvPr>
          <p:cNvSpPr>
            <a:spLocks noGrp="1"/>
          </p:cNvSpPr>
          <p:nvPr>
            <p:ph type="body" sz="quarter" idx="27"/>
          </p:nvPr>
        </p:nvSpPr>
        <p:spPr>
          <a:xfrm>
            <a:off x="6035040" y="3108960"/>
            <a:ext cx="5394960" cy="1879791"/>
          </a:xfrm>
          <a:prstGeom prst="rect">
            <a:avLst/>
          </a:prstGeom>
        </p:spPr>
        <p:txBody>
          <a:bodyPr anchor="t">
            <a:normAutofit/>
          </a:bodyPr>
          <a:lstStyle>
            <a:lvl1pPr marL="0" indent="0" algn="l">
              <a:lnSpc>
                <a:spcPct val="100000"/>
              </a:lnSpc>
              <a:buNone/>
              <a:defRPr sz="1800" b="0">
                <a:solidFill>
                  <a:schemeClr val="bg1"/>
                </a:solidFill>
              </a:defRPr>
            </a:lvl1pPr>
            <a:lvl2pPr>
              <a:defRPr sz="1000"/>
            </a:lvl2pPr>
            <a:lvl3pPr>
              <a:defRPr sz="900"/>
            </a:lvl3pPr>
            <a:lvl4pPr>
              <a:defRPr sz="800"/>
            </a:lvl4pPr>
            <a:lvl5pPr>
              <a:defRPr sz="800"/>
            </a:lvl5pPr>
          </a:lstStyle>
          <a:p>
            <a:pPr lvl="0"/>
            <a:r>
              <a:rPr lang="en-US" altLang="zh-CN"/>
              <a:t>Click to edit Master text styles</a:t>
            </a:r>
          </a:p>
        </p:txBody>
      </p:sp>
      <p:sp>
        <p:nvSpPr>
          <p:cNvPr id="40" name="Freeform 39">
            <a:extLst>
              <a:ext uri="{FF2B5EF4-FFF2-40B4-BE49-F238E27FC236}">
                <a16:creationId xmlns:a16="http://schemas.microsoft.com/office/drawing/2014/main" id="{E3C8467A-0A34-2A65-92FE-F12F6A3D84A6}"/>
              </a:ext>
            </a:extLst>
          </p:cNvPr>
          <p:cNvSpPr/>
          <p:nvPr userDrawn="1"/>
        </p:nvSpPr>
        <p:spPr>
          <a:xfrm>
            <a:off x="-6538" y="1815084"/>
            <a:ext cx="697438" cy="1266696"/>
          </a:xfrm>
          <a:custGeom>
            <a:avLst/>
            <a:gdLst>
              <a:gd name="connsiteX0" fmla="*/ 0 w 732607"/>
              <a:gd name="connsiteY0" fmla="*/ 0 h 1266696"/>
              <a:gd name="connsiteX1" fmla="*/ 372701 w 732607"/>
              <a:gd name="connsiteY1" fmla="*/ 0 h 1266696"/>
              <a:gd name="connsiteX2" fmla="*/ 732607 w 732607"/>
              <a:gd name="connsiteY2" fmla="*/ 633348 h 1266696"/>
              <a:gd name="connsiteX3" fmla="*/ 372701 w 732607"/>
              <a:gd name="connsiteY3" fmla="*/ 1266696 h 1266696"/>
              <a:gd name="connsiteX4" fmla="*/ 0 w 732607"/>
              <a:gd name="connsiteY4" fmla="*/ 1266696 h 1266696"/>
              <a:gd name="connsiteX0" fmla="*/ 43961 w 732607"/>
              <a:gd name="connsiteY0" fmla="*/ 8793 h 1266696"/>
              <a:gd name="connsiteX1" fmla="*/ 372701 w 732607"/>
              <a:gd name="connsiteY1" fmla="*/ 0 h 1266696"/>
              <a:gd name="connsiteX2" fmla="*/ 732607 w 732607"/>
              <a:gd name="connsiteY2" fmla="*/ 633348 h 1266696"/>
              <a:gd name="connsiteX3" fmla="*/ 372701 w 732607"/>
              <a:gd name="connsiteY3" fmla="*/ 1266696 h 1266696"/>
              <a:gd name="connsiteX4" fmla="*/ 0 w 732607"/>
              <a:gd name="connsiteY4" fmla="*/ 1266696 h 1266696"/>
              <a:gd name="connsiteX5" fmla="*/ 43961 w 732607"/>
              <a:gd name="connsiteY5" fmla="*/ 8793 h 1266696"/>
              <a:gd name="connsiteX0" fmla="*/ 8792 w 697438"/>
              <a:gd name="connsiteY0" fmla="*/ 8793 h 1266696"/>
              <a:gd name="connsiteX1" fmla="*/ 337532 w 697438"/>
              <a:gd name="connsiteY1" fmla="*/ 0 h 1266696"/>
              <a:gd name="connsiteX2" fmla="*/ 697438 w 697438"/>
              <a:gd name="connsiteY2" fmla="*/ 633348 h 1266696"/>
              <a:gd name="connsiteX3" fmla="*/ 337532 w 697438"/>
              <a:gd name="connsiteY3" fmla="*/ 1266696 h 1266696"/>
              <a:gd name="connsiteX4" fmla="*/ 0 w 697438"/>
              <a:gd name="connsiteY4" fmla="*/ 1266696 h 1266696"/>
              <a:gd name="connsiteX5" fmla="*/ 8792 w 697438"/>
              <a:gd name="connsiteY5" fmla="*/ 8793 h 1266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97438" h="1266696">
                <a:moveTo>
                  <a:pt x="8792" y="8793"/>
                </a:moveTo>
                <a:lnTo>
                  <a:pt x="337532" y="0"/>
                </a:lnTo>
                <a:lnTo>
                  <a:pt x="697438" y="633348"/>
                </a:lnTo>
                <a:lnTo>
                  <a:pt x="337532" y="1266696"/>
                </a:lnTo>
                <a:lnTo>
                  <a:pt x="0" y="1266696"/>
                </a:lnTo>
                <a:cubicBezTo>
                  <a:pt x="0" y="844464"/>
                  <a:pt x="8792" y="431025"/>
                  <a:pt x="8792" y="8793"/>
                </a:cubicBezTo>
                <a:close/>
              </a:path>
            </a:pathLst>
          </a:custGeom>
          <a:noFill/>
          <a:ln w="19050">
            <a:solidFill>
              <a:schemeClr val="accent5">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31473342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sp>
        <p:nvSpPr>
          <p:cNvPr id="4" name="Content placeholder 47">
            <a:extLst>
              <a:ext uri="{FF2B5EF4-FFF2-40B4-BE49-F238E27FC236}">
                <a16:creationId xmlns:a16="http://schemas.microsoft.com/office/drawing/2014/main" id="{28B6388A-37D2-4382-A7FC-9B9A76BDE84D}"/>
              </a:ext>
            </a:extLst>
          </p:cNvPr>
          <p:cNvSpPr>
            <a:spLocks noGrp="1"/>
          </p:cNvSpPr>
          <p:nvPr>
            <p:ph type="sldNum" sz="quarter" idx="4"/>
          </p:nvPr>
        </p:nvSpPr>
        <p:spPr>
          <a:xfrm>
            <a:off x="11194169" y="6217920"/>
            <a:ext cx="458592" cy="365125"/>
          </a:xfrm>
          <a:prstGeom prst="rect">
            <a:avLst/>
          </a:prstGeom>
        </p:spPr>
        <p:txBody>
          <a:bodyPr vert="horz" lIns="91440" tIns="45720" rIns="91440" bIns="45720" rtlCol="0" anchor="ctr">
            <a:noAutofit/>
          </a:bodyPr>
          <a:lstStyle>
            <a:lvl1pPr algn="ctr">
              <a:defRPr sz="1200">
                <a:solidFill>
                  <a:schemeClr val="bg1"/>
                </a:solidFill>
                <a:latin typeface="+mn-lt"/>
              </a:defRPr>
            </a:lvl1pPr>
          </a:lstStyle>
          <a:p>
            <a:fld id="{47FEACEE-25B4-4A2D-B147-27296E36371D}" type="slidenum">
              <a:rPr lang="en-US" altLang="zh-CN" noProof="0" smtClean="0"/>
              <a:pPr/>
              <a:t>‹#›</a:t>
            </a:fld>
            <a:endParaRPr lang="en-US" altLang="zh-CN" noProof="0" dirty="0"/>
          </a:p>
        </p:txBody>
      </p:sp>
      <p:sp>
        <p:nvSpPr>
          <p:cNvPr id="6" name="Text Placeholder 2">
            <a:extLst>
              <a:ext uri="{FF2B5EF4-FFF2-40B4-BE49-F238E27FC236}">
                <a16:creationId xmlns:a16="http://schemas.microsoft.com/office/drawing/2014/main" id="{18CB8A3D-9A54-FD7C-F6A5-B33E6C891A4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5" name="Title Placeholder 4">
            <a:extLst>
              <a:ext uri="{FF2B5EF4-FFF2-40B4-BE49-F238E27FC236}">
                <a16:creationId xmlns:a16="http://schemas.microsoft.com/office/drawing/2014/main" id="{F38A7675-78A2-B642-22AF-B98514C68B0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p>
            <a:r>
              <a:rPr lang="en-US" noProof="0"/>
              <a:t>Click to edit Master title style</a:t>
            </a:r>
          </a:p>
        </p:txBody>
      </p:sp>
      <p:sp>
        <p:nvSpPr>
          <p:cNvPr id="8" name="Footer Placeholder 7">
            <a:extLst>
              <a:ext uri="{FF2B5EF4-FFF2-40B4-BE49-F238E27FC236}">
                <a16:creationId xmlns:a16="http://schemas.microsoft.com/office/drawing/2014/main" id="{C176125D-E69D-E2ED-1549-3D67DBD487E0}"/>
              </a:ext>
            </a:extLst>
          </p:cNvPr>
          <p:cNvSpPr>
            <a:spLocks noGrp="1"/>
          </p:cNvSpPr>
          <p:nvPr>
            <p:ph type="ftr" sz="quarter" idx="3"/>
          </p:nvPr>
        </p:nvSpPr>
        <p:spPr>
          <a:xfrm>
            <a:off x="914400" y="6217920"/>
            <a:ext cx="4114800" cy="365125"/>
          </a:xfrm>
          <a:prstGeom prst="rect">
            <a:avLst/>
          </a:prstGeom>
        </p:spPr>
        <p:txBody>
          <a:bodyPr vert="horz" lIns="91440" tIns="45720" rIns="91440" bIns="45720" rtlCol="0" anchor="ctr">
            <a:noAutofit/>
          </a:bodyPr>
          <a:lstStyle>
            <a:lvl1pPr algn="l">
              <a:defRPr sz="1200">
                <a:solidFill>
                  <a:schemeClr val="bg1"/>
                </a:solidFill>
                <a:latin typeface="+mn-lt"/>
              </a:defRPr>
            </a:lvl1pPr>
          </a:lstStyle>
          <a:p>
            <a:endParaRPr lang="en-US" noProof="0" dirty="0"/>
          </a:p>
        </p:txBody>
      </p:sp>
    </p:spTree>
    <p:extLst>
      <p:ext uri="{BB962C8B-B14F-4D97-AF65-F5344CB8AC3E}">
        <p14:creationId xmlns:p14="http://schemas.microsoft.com/office/powerpoint/2010/main" val="2020574204"/>
      </p:ext>
    </p:extLst>
  </p:cSld>
  <p:clrMap bg1="lt1" tx1="dk1" bg2="lt2" tx2="dk2" accent1="accent1" accent2="accent2" accent3="accent3" accent4="accent4" accent5="accent5" accent6="accent6" hlink="hlink" folHlink="folHlink"/>
  <p:sldLayoutIdLst>
    <p:sldLayoutId id="2147483667" r:id="rId1"/>
    <p:sldLayoutId id="2147483671" r:id="rId2"/>
    <p:sldLayoutId id="2147483674" r:id="rId3"/>
    <p:sldLayoutId id="2147483670" r:id="rId4"/>
    <p:sldLayoutId id="2147483669" r:id="rId5"/>
    <p:sldLayoutId id="2147483655" r:id="rId6"/>
    <p:sldLayoutId id="2147483651" r:id="rId7"/>
    <p:sldLayoutId id="2147483662" r:id="rId8"/>
    <p:sldLayoutId id="2147483672" r:id="rId9"/>
    <p:sldLayoutId id="2147483653" r:id="rId10"/>
    <p:sldLayoutId id="2147483663" r:id="rId11"/>
    <p:sldLayoutId id="2147483665" r:id="rId12"/>
  </p:sldLayoutIdLst>
  <p:hf hdr="0" ftr="0" dt="0"/>
  <p:txStyles>
    <p:titleStyle>
      <a:lvl1pPr algn="l" defTabSz="914400" rtl="0" eaLnBrk="1" latinLnBrk="0" hangingPunct="1">
        <a:lnSpc>
          <a:spcPct val="90000"/>
        </a:lnSpc>
        <a:spcBef>
          <a:spcPct val="0"/>
        </a:spcBef>
        <a:buNone/>
        <a:defRPr sz="4400" b="1" kern="1200">
          <a:solidFill>
            <a:schemeClr val="bg1"/>
          </a:solidFill>
          <a:latin typeface="+mj-lt"/>
          <a:ea typeface="+mj-ea"/>
          <a:cs typeface="+mj-cs"/>
        </a:defRPr>
      </a:lvl1pPr>
    </p:titleStyle>
    <p:bodyStyle>
      <a:lvl1pPr marL="347472" indent="-347472" algn="l" defTabSz="914400" rtl="0" eaLnBrk="1" latinLnBrk="0" hangingPunct="1">
        <a:lnSpc>
          <a:spcPct val="90000"/>
        </a:lnSpc>
        <a:spcBef>
          <a:spcPts val="1500"/>
        </a:spcBef>
        <a:buFont typeface="Arial" panose="020B0604020202020204" pitchFamily="34" charset="0"/>
        <a:buChar char="•"/>
        <a:defRPr sz="2000" kern="1200">
          <a:solidFill>
            <a:schemeClr val="bg1"/>
          </a:solidFill>
          <a:latin typeface="+mn-lt"/>
          <a:ea typeface="+mn-ea"/>
          <a:cs typeface="+mn-cs"/>
        </a:defRPr>
      </a:lvl1pPr>
      <a:lvl2pPr marL="731520" indent="-347472" algn="l" defTabSz="914400" rtl="0" eaLnBrk="1" latinLnBrk="0" hangingPunct="1">
        <a:lnSpc>
          <a:spcPct val="90000"/>
        </a:lnSpc>
        <a:spcBef>
          <a:spcPts val="1500"/>
        </a:spcBef>
        <a:buFont typeface="Arial" panose="020B0604020202020204" pitchFamily="34" charset="0"/>
        <a:buChar char="•"/>
        <a:defRPr sz="2000" kern="1200">
          <a:solidFill>
            <a:schemeClr val="bg1"/>
          </a:solidFill>
          <a:latin typeface="+mn-lt"/>
          <a:ea typeface="+mn-ea"/>
          <a:cs typeface="+mn-cs"/>
        </a:defRPr>
      </a:lvl2pPr>
      <a:lvl3pPr marL="1097280" indent="-347472" algn="l" defTabSz="914400" rtl="0" eaLnBrk="1" latinLnBrk="0" hangingPunct="1">
        <a:lnSpc>
          <a:spcPct val="90000"/>
        </a:lnSpc>
        <a:spcBef>
          <a:spcPts val="1500"/>
        </a:spcBef>
        <a:buFont typeface="Arial" panose="020B0604020202020204" pitchFamily="34" charset="0"/>
        <a:buChar char="•"/>
        <a:defRPr sz="2000" kern="1200">
          <a:solidFill>
            <a:schemeClr val="bg1"/>
          </a:solidFill>
          <a:latin typeface="+mn-lt"/>
          <a:ea typeface="+mn-ea"/>
          <a:cs typeface="+mn-cs"/>
        </a:defRPr>
      </a:lvl3pPr>
      <a:lvl4pPr marL="1463040" indent="-347472" algn="l" defTabSz="914400" rtl="0" eaLnBrk="1" latinLnBrk="0" hangingPunct="1">
        <a:lnSpc>
          <a:spcPct val="90000"/>
        </a:lnSpc>
        <a:spcBef>
          <a:spcPts val="1500"/>
        </a:spcBef>
        <a:buFont typeface="Arial" panose="020B0604020202020204" pitchFamily="34" charset="0"/>
        <a:buChar char="•"/>
        <a:defRPr sz="2000" kern="1200">
          <a:solidFill>
            <a:schemeClr val="bg1"/>
          </a:solidFill>
          <a:latin typeface="+mn-lt"/>
          <a:ea typeface="+mn-ea"/>
          <a:cs typeface="+mn-cs"/>
        </a:defRPr>
      </a:lvl4pPr>
      <a:lvl5pPr marL="1828800" indent="-347472" algn="l" defTabSz="914400" rtl="0" eaLnBrk="1" latinLnBrk="0" hangingPunct="1">
        <a:lnSpc>
          <a:spcPct val="90000"/>
        </a:lnSpc>
        <a:spcBef>
          <a:spcPts val="1500"/>
        </a:spcBef>
        <a:buFont typeface="Arial" panose="020B0604020202020204" pitchFamily="34" charset="0"/>
        <a:buChar char="•"/>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032" userDrawn="1">
          <p15:clr>
            <a:srgbClr val="F26B43"/>
          </p15:clr>
        </p15:guide>
        <p15:guide id="2" pos="3840" userDrawn="1">
          <p15:clr>
            <a:srgbClr val="F26B43"/>
          </p15:clr>
        </p15:guide>
        <p15:guide id="3" pos="5640" userDrawn="1">
          <p15:clr>
            <a:srgbClr val="F26B43"/>
          </p15:clr>
        </p15:guide>
        <p15:guide id="4" pos="1656" userDrawn="1">
          <p15:clr>
            <a:srgbClr val="F26B43"/>
          </p15:clr>
        </p15:guide>
        <p15:guide id="5" pos="5208"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6.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93A3B864-5E85-99D2-93E5-5CA1F4F35DC7}"/>
              </a:ext>
            </a:extLst>
          </p:cNvPr>
          <p:cNvSpPr>
            <a:spLocks noGrp="1"/>
          </p:cNvSpPr>
          <p:nvPr>
            <p:ph type="title"/>
          </p:nvPr>
        </p:nvSpPr>
        <p:spPr>
          <a:xfrm>
            <a:off x="1144292" y="731520"/>
            <a:ext cx="5029200" cy="3291840"/>
          </a:xfrm>
        </p:spPr>
        <p:txBody>
          <a:bodyPr lIns="0" anchor="b" anchorCtr="0">
            <a:normAutofit fontScale="90000"/>
          </a:bodyPr>
          <a:lstStyle/>
          <a:p>
            <a:r>
              <a:rPr lang="en-IN" dirty="0"/>
              <a:t>Traffic Crash Analytics &amp; Safety Intelligence Platform</a:t>
            </a:r>
          </a:p>
        </p:txBody>
      </p:sp>
      <p:sp>
        <p:nvSpPr>
          <p:cNvPr id="9" name="Text Placeholder 8">
            <a:extLst>
              <a:ext uri="{FF2B5EF4-FFF2-40B4-BE49-F238E27FC236}">
                <a16:creationId xmlns:a16="http://schemas.microsoft.com/office/drawing/2014/main" id="{485E0237-B9A1-0B58-E0AA-05EF84817EB4}"/>
              </a:ext>
            </a:extLst>
          </p:cNvPr>
          <p:cNvSpPr>
            <a:spLocks noGrp="1"/>
          </p:cNvSpPr>
          <p:nvPr>
            <p:ph type="body" sz="quarter" idx="28"/>
          </p:nvPr>
        </p:nvSpPr>
        <p:spPr>
          <a:xfrm>
            <a:off x="1260894" y="4172084"/>
            <a:ext cx="4912598" cy="914400"/>
          </a:xfrm>
        </p:spPr>
        <p:txBody>
          <a:bodyPr/>
          <a:lstStyle/>
          <a:p>
            <a:r>
              <a:rPr lang="en-US" dirty="0"/>
              <a:t>Shruti Kinalekar</a:t>
            </a:r>
          </a:p>
        </p:txBody>
      </p:sp>
      <p:pic>
        <p:nvPicPr>
          <p:cNvPr id="20" name="Picture Placeholder 19">
            <a:extLst>
              <a:ext uri="{FF2B5EF4-FFF2-40B4-BE49-F238E27FC236}">
                <a16:creationId xmlns:a16="http://schemas.microsoft.com/office/drawing/2014/main" id="{E83BB08F-E403-8715-0B24-AD9E4B72C80E}"/>
              </a:ext>
            </a:extLst>
          </p:cNvPr>
          <p:cNvPicPr>
            <a:picLocks noGrp="1" noChangeAspect="1"/>
          </p:cNvPicPr>
          <p:nvPr>
            <p:ph type="pic" sz="quarter" idx="47"/>
          </p:nvPr>
        </p:nvPicPr>
        <p:blipFill>
          <a:blip r:embed="rId3"/>
          <a:srcRect l="-6536" t="-57071" r="-10572" b="-52428"/>
          <a:stretch>
            <a:fillRect/>
          </a:stretch>
        </p:blipFill>
        <p:spPr>
          <a:xfrm>
            <a:off x="6543040" y="509829"/>
            <a:ext cx="4712992" cy="5419959"/>
          </a:xfrm>
        </p:spPr>
      </p:pic>
    </p:spTree>
    <p:extLst>
      <p:ext uri="{BB962C8B-B14F-4D97-AF65-F5344CB8AC3E}">
        <p14:creationId xmlns:p14="http://schemas.microsoft.com/office/powerpoint/2010/main" val="38984479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5F021C-3CEB-0FBA-DA89-C9C82E741BB3}"/>
              </a:ext>
            </a:extLst>
          </p:cNvPr>
          <p:cNvSpPr>
            <a:spLocks noGrp="1"/>
          </p:cNvSpPr>
          <p:nvPr>
            <p:ph type="title"/>
          </p:nvPr>
        </p:nvSpPr>
        <p:spPr>
          <a:xfrm>
            <a:off x="914400" y="3429000"/>
            <a:ext cx="4206240" cy="2377440"/>
          </a:xfrm>
        </p:spPr>
        <p:txBody>
          <a:bodyPr anchor="t" anchorCtr="0"/>
          <a:lstStyle/>
          <a:p>
            <a:r>
              <a:rPr lang="en-IN" dirty="0"/>
              <a:t>Objective</a:t>
            </a:r>
            <a:r>
              <a:rPr lang="en-US" dirty="0"/>
              <a:t> </a:t>
            </a:r>
          </a:p>
        </p:txBody>
      </p:sp>
      <p:sp>
        <p:nvSpPr>
          <p:cNvPr id="3" name="Text Placeholder 2">
            <a:extLst>
              <a:ext uri="{FF2B5EF4-FFF2-40B4-BE49-F238E27FC236}">
                <a16:creationId xmlns:a16="http://schemas.microsoft.com/office/drawing/2014/main" id="{3C6746B3-AFD9-641E-7CBF-9A783646B368}"/>
              </a:ext>
            </a:extLst>
          </p:cNvPr>
          <p:cNvSpPr>
            <a:spLocks noGrp="1"/>
          </p:cNvSpPr>
          <p:nvPr>
            <p:ph sz="quarter" idx="35"/>
          </p:nvPr>
        </p:nvSpPr>
        <p:spPr>
          <a:xfrm>
            <a:off x="5394324" y="3429000"/>
            <a:ext cx="5608956" cy="2616199"/>
          </a:xfrm>
        </p:spPr>
        <p:txBody>
          <a:bodyPr anchor="t" anchorCtr="0">
            <a:normAutofit/>
          </a:bodyPr>
          <a:lstStyle/>
          <a:p>
            <a:r>
              <a:rPr lang="en-IN" dirty="0"/>
              <a:t>To transform structured traffic crash data into meaningful business insight.</a:t>
            </a:r>
          </a:p>
          <a:p>
            <a:r>
              <a:rPr lang="en-IN" dirty="0"/>
              <a:t>Using advanced SQL querying and Python-</a:t>
            </a:r>
            <a:r>
              <a:rPr lang="en-IN" dirty="0" err="1"/>
              <a:t>Streamlit</a:t>
            </a:r>
            <a:r>
              <a:rPr lang="en-IN" dirty="0"/>
              <a:t> integration</a:t>
            </a:r>
          </a:p>
          <a:p>
            <a:r>
              <a:rPr lang="en-IN" dirty="0"/>
              <a:t>To cover various aspects, including high-risk locations, peak crash times, contributing causes, and environmental impact. </a:t>
            </a:r>
          </a:p>
        </p:txBody>
      </p:sp>
      <p:sp>
        <p:nvSpPr>
          <p:cNvPr id="4" name="Slide Number Placeholder 3">
            <a:extLst>
              <a:ext uri="{FF2B5EF4-FFF2-40B4-BE49-F238E27FC236}">
                <a16:creationId xmlns:a16="http://schemas.microsoft.com/office/drawing/2014/main" id="{5D559569-83D5-A20B-653C-B9D6C8D98164}"/>
              </a:ext>
            </a:extLst>
          </p:cNvPr>
          <p:cNvSpPr>
            <a:spLocks noGrp="1"/>
          </p:cNvSpPr>
          <p:nvPr>
            <p:ph type="sldNum" sz="quarter" idx="34"/>
          </p:nvPr>
        </p:nvSpPr>
        <p:spPr/>
        <p:txBody>
          <a:bodyPr/>
          <a:lstStyle/>
          <a:p>
            <a:fld id="{47FEACEE-25B4-4A2D-B147-27296E36371D}" type="slidenum">
              <a:rPr lang="en-US" altLang="zh-CN" noProof="0" smtClean="0"/>
              <a:pPr/>
              <a:t>2</a:t>
            </a:fld>
            <a:endParaRPr lang="en-US" altLang="zh-CN" noProof="0" dirty="0"/>
          </a:p>
        </p:txBody>
      </p:sp>
    </p:spTree>
    <p:extLst>
      <p:ext uri="{BB962C8B-B14F-4D97-AF65-F5344CB8AC3E}">
        <p14:creationId xmlns:p14="http://schemas.microsoft.com/office/powerpoint/2010/main" val="14850807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F2A73C-F597-27B7-8F29-D6406DC4DB9A}"/>
              </a:ext>
            </a:extLst>
          </p:cNvPr>
          <p:cNvSpPr>
            <a:spLocks noGrp="1"/>
          </p:cNvSpPr>
          <p:nvPr>
            <p:ph type="title"/>
          </p:nvPr>
        </p:nvSpPr>
        <p:spPr>
          <a:xfrm>
            <a:off x="5998464" y="731520"/>
            <a:ext cx="4910328" cy="1503680"/>
          </a:xfrm>
        </p:spPr>
        <p:txBody>
          <a:bodyPr lIns="0" anchor="b" anchorCtr="0"/>
          <a:lstStyle/>
          <a:p>
            <a:r>
              <a:rPr lang="en-IN" dirty="0"/>
              <a:t>Data Description </a:t>
            </a:r>
            <a:endParaRPr lang="en-US" dirty="0"/>
          </a:p>
        </p:txBody>
      </p:sp>
      <p:sp>
        <p:nvSpPr>
          <p:cNvPr id="3" name="Text Placeholder 2">
            <a:extLst>
              <a:ext uri="{FF2B5EF4-FFF2-40B4-BE49-F238E27FC236}">
                <a16:creationId xmlns:a16="http://schemas.microsoft.com/office/drawing/2014/main" id="{AC190503-C2C6-37F4-4636-9B4A8A3DE4EB}"/>
              </a:ext>
            </a:extLst>
          </p:cNvPr>
          <p:cNvSpPr>
            <a:spLocks noGrp="1"/>
          </p:cNvSpPr>
          <p:nvPr>
            <p:ph type="body" sz="quarter" idx="28"/>
          </p:nvPr>
        </p:nvSpPr>
        <p:spPr>
          <a:xfrm>
            <a:off x="5555849" y="2766349"/>
            <a:ext cx="6076708" cy="3472405"/>
          </a:xfrm>
        </p:spPr>
        <p:txBody>
          <a:bodyPr>
            <a:normAutofit/>
          </a:bodyPr>
          <a:lstStyle/>
          <a:p>
            <a:r>
              <a:rPr lang="en-IN" sz="2800" b="1" dirty="0"/>
              <a:t>Dataset Information</a:t>
            </a:r>
            <a:endParaRPr lang="en-IN" sz="2800" dirty="0"/>
          </a:p>
          <a:p>
            <a:pPr lvl="1"/>
            <a:r>
              <a:rPr lang="en-IN" dirty="0"/>
              <a:t>​</a:t>
            </a:r>
            <a:r>
              <a:rPr lang="en-IN" sz="2000" b="1" dirty="0">
                <a:latin typeface="Lucida Bright" panose="02040602050505020304" pitchFamily="18" charset="0"/>
              </a:rPr>
              <a:t>Dataset Name</a:t>
            </a:r>
            <a:r>
              <a:rPr lang="en-IN" sz="2000" dirty="0">
                <a:latin typeface="Lucida Bright" panose="02040602050505020304" pitchFamily="18" charset="0"/>
              </a:rPr>
              <a:t>: Chicago Traffic Crashes</a:t>
            </a:r>
          </a:p>
          <a:p>
            <a:pPr lvl="1"/>
            <a:r>
              <a:rPr lang="en-IN" sz="2000" dirty="0">
                <a:latin typeface="Lucida Bright" panose="02040602050505020304" pitchFamily="18" charset="0"/>
              </a:rPr>
              <a:t>​</a:t>
            </a:r>
            <a:r>
              <a:rPr lang="en-IN" sz="2000" b="1" dirty="0">
                <a:latin typeface="Lucida Bright" panose="02040602050505020304" pitchFamily="18" charset="0"/>
              </a:rPr>
              <a:t>Source</a:t>
            </a:r>
            <a:r>
              <a:rPr lang="en-IN" sz="2000" dirty="0">
                <a:latin typeface="Lucida Bright" panose="02040602050505020304" pitchFamily="18" charset="0"/>
              </a:rPr>
              <a:t>: Chicago Data Portal</a:t>
            </a:r>
          </a:p>
          <a:p>
            <a:pPr lvl="1"/>
            <a:r>
              <a:rPr lang="en-IN" sz="2000" dirty="0">
                <a:latin typeface="Lucida Bright" panose="02040602050505020304" pitchFamily="18" charset="0"/>
              </a:rPr>
              <a:t>​</a:t>
            </a:r>
            <a:r>
              <a:rPr lang="en-IN" sz="2000" b="1" dirty="0">
                <a:latin typeface="Lucida Bright" panose="02040602050505020304" pitchFamily="18" charset="0"/>
              </a:rPr>
              <a:t>Volume</a:t>
            </a:r>
            <a:r>
              <a:rPr lang="en-IN" sz="2000" dirty="0">
                <a:latin typeface="Lucida Bright" panose="02040602050505020304" pitchFamily="18" charset="0"/>
              </a:rPr>
              <a:t>: 600,000+ records</a:t>
            </a:r>
          </a:p>
          <a:p>
            <a:pPr lvl="1"/>
            <a:r>
              <a:rPr lang="en-IN" sz="2000" dirty="0">
                <a:latin typeface="Lucida Bright" panose="02040602050505020304" pitchFamily="18" charset="0"/>
              </a:rPr>
              <a:t>​</a:t>
            </a:r>
            <a:r>
              <a:rPr lang="en-IN" sz="2000" b="1" dirty="0">
                <a:latin typeface="Lucida Bright" panose="02040602050505020304" pitchFamily="18" charset="0"/>
              </a:rPr>
              <a:t>Time Range</a:t>
            </a:r>
            <a:r>
              <a:rPr lang="en-IN" sz="2000" dirty="0">
                <a:latin typeface="Lucida Bright" panose="02040602050505020304" pitchFamily="18" charset="0"/>
              </a:rPr>
              <a:t>: 2015 – Present</a:t>
            </a:r>
          </a:p>
          <a:p>
            <a:endParaRPr lang="en-US" dirty="0"/>
          </a:p>
        </p:txBody>
      </p:sp>
    </p:spTree>
    <p:extLst>
      <p:ext uri="{BB962C8B-B14F-4D97-AF65-F5344CB8AC3E}">
        <p14:creationId xmlns:p14="http://schemas.microsoft.com/office/powerpoint/2010/main" val="35301119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35F5E3-2B1C-7C0A-8581-67A9052D13AA}"/>
              </a:ext>
            </a:extLst>
          </p:cNvPr>
          <p:cNvSpPr>
            <a:spLocks noGrp="1"/>
          </p:cNvSpPr>
          <p:nvPr>
            <p:ph type="title"/>
          </p:nvPr>
        </p:nvSpPr>
        <p:spPr>
          <a:xfrm>
            <a:off x="914400" y="2487168"/>
            <a:ext cx="4572000" cy="3383280"/>
          </a:xfrm>
          <a:noFill/>
        </p:spPr>
        <p:txBody>
          <a:bodyPr anchor="t" anchorCtr="0">
            <a:noAutofit/>
          </a:bodyPr>
          <a:lstStyle/>
          <a:p>
            <a:r>
              <a:rPr lang="en-IN" u="sng" dirty="0"/>
              <a:t>Problem Statement</a:t>
            </a:r>
            <a:endParaRPr lang="en-US" dirty="0"/>
          </a:p>
        </p:txBody>
      </p:sp>
      <p:sp>
        <p:nvSpPr>
          <p:cNvPr id="3" name="Content Placeholder 2">
            <a:extLst>
              <a:ext uri="{FF2B5EF4-FFF2-40B4-BE49-F238E27FC236}">
                <a16:creationId xmlns:a16="http://schemas.microsoft.com/office/drawing/2014/main" id="{A6A33159-D030-2F82-A142-F75940728319}"/>
              </a:ext>
            </a:extLst>
          </p:cNvPr>
          <p:cNvSpPr>
            <a:spLocks noGrp="1"/>
          </p:cNvSpPr>
          <p:nvPr>
            <p:ph idx="1"/>
          </p:nvPr>
        </p:nvSpPr>
        <p:spPr>
          <a:xfrm>
            <a:off x="5984240" y="2487168"/>
            <a:ext cx="5262880" cy="1739392"/>
          </a:xfrm>
          <a:noFill/>
        </p:spPr>
        <p:txBody>
          <a:bodyPr>
            <a:normAutofit/>
          </a:bodyPr>
          <a:lstStyle/>
          <a:p>
            <a:r>
              <a:rPr lang="en-US" dirty="0"/>
              <a:t>Traffic crash data contains valuable insights that can help improve road safety, optimize emergency response, and support policy decisions. However, extracting meaningful insights from large-scale structured data requires strong SQL and analytical skills.</a:t>
            </a:r>
          </a:p>
        </p:txBody>
      </p:sp>
      <p:sp>
        <p:nvSpPr>
          <p:cNvPr id="4" name="Slide Number Placeholder 3">
            <a:extLst>
              <a:ext uri="{FF2B5EF4-FFF2-40B4-BE49-F238E27FC236}">
                <a16:creationId xmlns:a16="http://schemas.microsoft.com/office/drawing/2014/main" id="{14D4AF3B-CC38-C6F7-1058-2FC5EE48D7F2}"/>
              </a:ext>
            </a:extLst>
          </p:cNvPr>
          <p:cNvSpPr>
            <a:spLocks noGrp="1"/>
          </p:cNvSpPr>
          <p:nvPr>
            <p:ph type="sldNum" sz="quarter" idx="12"/>
          </p:nvPr>
        </p:nvSpPr>
        <p:spPr/>
        <p:txBody>
          <a:bodyPr/>
          <a:lstStyle/>
          <a:p>
            <a:fld id="{69E57DC2-970A-4B3E-BB1C-7A09969E49DF}" type="slidenum">
              <a:rPr lang="en-US" smtClean="0"/>
              <a:t>4</a:t>
            </a:fld>
            <a:endParaRPr lang="en-US" dirty="0"/>
          </a:p>
        </p:txBody>
      </p:sp>
    </p:spTree>
    <p:extLst>
      <p:ext uri="{BB962C8B-B14F-4D97-AF65-F5344CB8AC3E}">
        <p14:creationId xmlns:p14="http://schemas.microsoft.com/office/powerpoint/2010/main" val="36666746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5A61EC-5F42-6AB8-DF35-480F070288EB}"/>
              </a:ext>
            </a:extLst>
          </p:cNvPr>
          <p:cNvSpPr>
            <a:spLocks noGrp="1"/>
          </p:cNvSpPr>
          <p:nvPr>
            <p:ph type="title"/>
          </p:nvPr>
        </p:nvSpPr>
        <p:spPr>
          <a:xfrm>
            <a:off x="2882096" y="694482"/>
            <a:ext cx="3738623" cy="567159"/>
          </a:xfrm>
        </p:spPr>
        <p:txBody>
          <a:bodyPr lIns="0" anchor="t" anchorCtr="0">
            <a:normAutofit fontScale="90000"/>
          </a:bodyPr>
          <a:lstStyle/>
          <a:p>
            <a:r>
              <a:rPr lang="en-IN" dirty="0"/>
              <a:t>Key Features</a:t>
            </a:r>
            <a:endParaRPr lang="en-US" dirty="0"/>
          </a:p>
        </p:txBody>
      </p:sp>
      <p:sp>
        <p:nvSpPr>
          <p:cNvPr id="3" name="Text Placeholder 2">
            <a:extLst>
              <a:ext uri="{FF2B5EF4-FFF2-40B4-BE49-F238E27FC236}">
                <a16:creationId xmlns:a16="http://schemas.microsoft.com/office/drawing/2014/main" id="{2A399339-FABF-04A2-4090-C38B947B2B8B}"/>
              </a:ext>
            </a:extLst>
          </p:cNvPr>
          <p:cNvSpPr>
            <a:spLocks noGrp="1"/>
          </p:cNvSpPr>
          <p:nvPr>
            <p:ph type="body" sz="quarter" idx="28"/>
          </p:nvPr>
        </p:nvSpPr>
        <p:spPr>
          <a:xfrm>
            <a:off x="798653" y="1504709"/>
            <a:ext cx="6921661" cy="5220182"/>
          </a:xfrm>
        </p:spPr>
        <p:txBody>
          <a:bodyPr anchor="b" anchorCtr="0">
            <a:normAutofit fontScale="70000" lnSpcReduction="20000"/>
          </a:bodyPr>
          <a:lstStyle/>
          <a:p>
            <a:pPr lvl="0"/>
            <a:r>
              <a:rPr lang="en-IN" sz="2900" b="1" dirty="0">
                <a:latin typeface="Arial Rounded MT Bold" panose="020F0704030504030204" pitchFamily="34" charset="0"/>
              </a:rPr>
              <a:t>Database Management</a:t>
            </a:r>
            <a:r>
              <a:rPr lang="en-IN" sz="2900" dirty="0">
                <a:latin typeface="Arial Rounded MT Bold" panose="020F0704030504030204" pitchFamily="34" charset="0"/>
              </a:rPr>
              <a:t>:</a:t>
            </a:r>
          </a:p>
          <a:p>
            <a:pPr lvl="0"/>
            <a:r>
              <a:rPr lang="en-IN" sz="2300" dirty="0">
                <a:latin typeface="Arial Rounded MT Bold" panose="020F0704030504030204" pitchFamily="34" charset="0"/>
              </a:rPr>
              <a:t> Data loading and exploration using MySQL.</a:t>
            </a:r>
          </a:p>
          <a:p>
            <a:pPr lvl="0"/>
            <a:endParaRPr lang="en-IN" sz="2300" dirty="0">
              <a:latin typeface="Arial Rounded MT Bold" panose="020F0704030504030204" pitchFamily="34" charset="0"/>
            </a:endParaRPr>
          </a:p>
          <a:p>
            <a:pPr lvl="0"/>
            <a:r>
              <a:rPr lang="en-IN" sz="2300" dirty="0">
                <a:latin typeface="Arial Rounded MT Bold" panose="020F0704030504030204" pitchFamily="34" charset="0"/>
              </a:rPr>
              <a:t>​</a:t>
            </a:r>
            <a:r>
              <a:rPr lang="en-IN" sz="2900" b="1" dirty="0">
                <a:latin typeface="Arial Rounded MT Bold" panose="020F0704030504030204" pitchFamily="34" charset="0"/>
              </a:rPr>
              <a:t>Advanced SQL Analysis</a:t>
            </a:r>
            <a:r>
              <a:rPr lang="en-IN" sz="2900" dirty="0">
                <a:latin typeface="Arial Rounded MT Bold" panose="020F0704030504030204" pitchFamily="34" charset="0"/>
              </a:rPr>
              <a:t>: </a:t>
            </a:r>
          </a:p>
          <a:p>
            <a:pPr lvl="0"/>
            <a:r>
              <a:rPr lang="en-IN" sz="2300" dirty="0">
                <a:latin typeface="Arial Rounded MT Bold" panose="020F0704030504030204" pitchFamily="34" charset="0"/>
              </a:rPr>
              <a:t>Implementation of complex queries, including: </a:t>
            </a:r>
          </a:p>
          <a:p>
            <a:pPr lvl="1"/>
            <a:r>
              <a:rPr lang="en-IN" sz="2300" dirty="0">
                <a:latin typeface="Arial Rounded MT Bold" panose="020F0704030504030204" pitchFamily="34" charset="0"/>
              </a:rPr>
              <a:t>​Aggregations and Groupings.</a:t>
            </a:r>
          </a:p>
          <a:p>
            <a:pPr lvl="1"/>
            <a:r>
              <a:rPr lang="en-IN" sz="2300" dirty="0">
                <a:latin typeface="Arial Rounded MT Bold" panose="020F0704030504030204" pitchFamily="34" charset="0"/>
              </a:rPr>
              <a:t>​Window Functions (e.g., ROW_NUMBER(), RANK(), LAG()).</a:t>
            </a:r>
          </a:p>
          <a:p>
            <a:pPr lvl="1"/>
            <a:r>
              <a:rPr lang="en-IN" sz="2300" dirty="0">
                <a:latin typeface="Arial Rounded MT Bold" panose="020F0704030504030204" pitchFamily="34" charset="0"/>
              </a:rPr>
              <a:t>​Common Table Expressions (CTEs).</a:t>
            </a:r>
          </a:p>
          <a:p>
            <a:pPr lvl="1"/>
            <a:r>
              <a:rPr lang="en-IN" sz="2300" dirty="0">
                <a:latin typeface="Arial Rounded MT Bold" panose="020F0704030504030204" pitchFamily="34" charset="0"/>
              </a:rPr>
              <a:t>​Joins and subqueries</a:t>
            </a:r>
          </a:p>
          <a:p>
            <a:pPr marL="384048" lvl="1" indent="0">
              <a:buNone/>
            </a:pPr>
            <a:endParaRPr lang="en-IN" sz="2300" dirty="0">
              <a:latin typeface="Arial Rounded MT Bold" panose="020F0704030504030204" pitchFamily="34" charset="0"/>
            </a:endParaRPr>
          </a:p>
          <a:p>
            <a:r>
              <a:rPr lang="en-IN" sz="2900" b="1" dirty="0">
                <a:latin typeface="Arial Rounded MT Bold" panose="020F0704030504030204" pitchFamily="34" charset="0"/>
              </a:rPr>
              <a:t>Interactive Dashboard</a:t>
            </a:r>
            <a:r>
              <a:rPr lang="en-IN" sz="2900" dirty="0">
                <a:latin typeface="Arial Rounded MT Bold" panose="020F0704030504030204" pitchFamily="34" charset="0"/>
              </a:rPr>
              <a:t>: </a:t>
            </a:r>
          </a:p>
          <a:p>
            <a:r>
              <a:rPr lang="en-IN" sz="2300" dirty="0">
                <a:latin typeface="Arial Rounded MT Bold" panose="020F0704030504030204" pitchFamily="34" charset="0"/>
              </a:rPr>
              <a:t>A </a:t>
            </a:r>
            <a:r>
              <a:rPr lang="en-IN" sz="2300" dirty="0" err="1">
                <a:latin typeface="Arial Rounded MT Bold" panose="020F0704030504030204" pitchFamily="34" charset="0"/>
              </a:rPr>
              <a:t>Streamlit</a:t>
            </a:r>
            <a:r>
              <a:rPr lang="en-IN" sz="2300" dirty="0">
                <a:latin typeface="Arial Rounded MT Bold" panose="020F0704030504030204" pitchFamily="34" charset="0"/>
              </a:rPr>
              <a:t> application that showcases SQL results in a clean, table-based format with corresponding business insights.</a:t>
            </a:r>
          </a:p>
          <a:p>
            <a:endParaRPr lang="en-IN" sz="3000" dirty="0"/>
          </a:p>
        </p:txBody>
      </p:sp>
      <p:pic>
        <p:nvPicPr>
          <p:cNvPr id="12" name="Picture Placeholder 11" descr="A person sitting at their deck and a person walking to their desk">
            <a:extLst>
              <a:ext uri="{FF2B5EF4-FFF2-40B4-BE49-F238E27FC236}">
                <a16:creationId xmlns:a16="http://schemas.microsoft.com/office/drawing/2014/main" id="{7372550F-E2C0-2C0B-0ABA-5672CEBF71D0}"/>
              </a:ext>
            </a:extLst>
          </p:cNvPr>
          <p:cNvPicPr>
            <a:picLocks noGrp="1" noChangeAspect="1"/>
          </p:cNvPicPr>
          <p:nvPr>
            <p:ph type="pic" sz="quarter" idx="47"/>
          </p:nvPr>
        </p:nvPicPr>
        <p:blipFill>
          <a:blip r:embed="rId2"/>
          <a:srcRect l="10" r="10"/>
          <a:stretch/>
        </p:blipFill>
        <p:spPr>
          <a:xfrm>
            <a:off x="7493157" y="529148"/>
            <a:ext cx="4248873" cy="4731130"/>
          </a:xfrm>
        </p:spPr>
      </p:pic>
    </p:spTree>
    <p:extLst>
      <p:ext uri="{BB962C8B-B14F-4D97-AF65-F5344CB8AC3E}">
        <p14:creationId xmlns:p14="http://schemas.microsoft.com/office/powerpoint/2010/main" val="27350875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379BBF1-9BC2-6DCE-0154-8873469878A5}"/>
              </a:ext>
            </a:extLst>
          </p:cNvPr>
          <p:cNvSpPr>
            <a:spLocks noGrp="1"/>
          </p:cNvSpPr>
          <p:nvPr>
            <p:ph type="title"/>
          </p:nvPr>
        </p:nvSpPr>
        <p:spPr>
          <a:xfrm>
            <a:off x="914400" y="731520"/>
            <a:ext cx="4663440" cy="1737360"/>
          </a:xfrm>
        </p:spPr>
        <p:txBody>
          <a:bodyPr/>
          <a:lstStyle/>
          <a:p>
            <a:r>
              <a:rPr lang="en-US" dirty="0"/>
              <a:t>Steps Followed</a:t>
            </a:r>
          </a:p>
        </p:txBody>
      </p:sp>
      <p:sp>
        <p:nvSpPr>
          <p:cNvPr id="10" name="Content Placeholder 9">
            <a:extLst>
              <a:ext uri="{FF2B5EF4-FFF2-40B4-BE49-F238E27FC236}">
                <a16:creationId xmlns:a16="http://schemas.microsoft.com/office/drawing/2014/main" id="{633B199B-AFAF-FCA4-CEA7-D9E73D7079E5}"/>
              </a:ext>
            </a:extLst>
          </p:cNvPr>
          <p:cNvSpPr>
            <a:spLocks noGrp="1"/>
          </p:cNvSpPr>
          <p:nvPr>
            <p:ph idx="1"/>
          </p:nvPr>
        </p:nvSpPr>
        <p:spPr>
          <a:xfrm>
            <a:off x="5845216" y="274956"/>
            <a:ext cx="6204544" cy="2445096"/>
          </a:xfrm>
        </p:spPr>
        <p:txBody>
          <a:bodyPr>
            <a:normAutofit fontScale="62500" lnSpcReduction="20000"/>
          </a:bodyPr>
          <a:lstStyle/>
          <a:p>
            <a:r>
              <a:rPr lang="en-US" sz="3400" b="1" dirty="0"/>
              <a:t>Received pre-cleaned and structured dataset</a:t>
            </a:r>
            <a:r>
              <a:rPr lang="en-US" sz="3400" dirty="0"/>
              <a:t> of traffic crashes. </a:t>
            </a:r>
          </a:p>
          <a:p>
            <a:pPr fontAlgn="base"/>
            <a:r>
              <a:rPr lang="en-US" sz="3400" dirty="0"/>
              <a:t>Analyze crash data using advanced SQL techniques</a:t>
            </a:r>
          </a:p>
          <a:p>
            <a:pPr fontAlgn="base"/>
            <a:r>
              <a:rPr lang="en-US" sz="3400" dirty="0"/>
              <a:t>Identify patterns, trends, and risk factors</a:t>
            </a:r>
          </a:p>
          <a:p>
            <a:pPr fontAlgn="base"/>
            <a:r>
              <a:rPr lang="en-US" sz="3400" dirty="0"/>
              <a:t>Generate business insights from structured data</a:t>
            </a:r>
          </a:p>
          <a:p>
            <a:pPr marL="0" indent="0">
              <a:buNone/>
            </a:pPr>
            <a:br>
              <a:rPr lang="en-US" dirty="0"/>
            </a:br>
            <a:endParaRPr lang="en-US" dirty="0"/>
          </a:p>
        </p:txBody>
      </p:sp>
      <p:graphicFrame>
        <p:nvGraphicFramePr>
          <p:cNvPr id="11" name="Table Placeholder 6" descr="A timeline of the product launch">
            <a:extLst>
              <a:ext uri="{FF2B5EF4-FFF2-40B4-BE49-F238E27FC236}">
                <a16:creationId xmlns:a16="http://schemas.microsoft.com/office/drawing/2014/main" id="{A9E2E0E1-AAB8-A475-781D-7E66AD5CFE21}"/>
              </a:ext>
            </a:extLst>
          </p:cNvPr>
          <p:cNvGraphicFramePr>
            <a:graphicFrameLocks noGrp="1"/>
          </p:cNvGraphicFramePr>
          <p:nvPr>
            <p:ph idx="30"/>
            <p:extLst>
              <p:ext uri="{D42A27DB-BD31-4B8C-83A1-F6EECF244321}">
                <p14:modId xmlns:p14="http://schemas.microsoft.com/office/powerpoint/2010/main" val="42536463"/>
              </p:ext>
            </p:extLst>
          </p:nvPr>
        </p:nvGraphicFramePr>
        <p:xfrm>
          <a:off x="914400" y="2341563"/>
          <a:ext cx="8348663" cy="37750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Slide Number Placeholder 13">
            <a:extLst>
              <a:ext uri="{FF2B5EF4-FFF2-40B4-BE49-F238E27FC236}">
                <a16:creationId xmlns:a16="http://schemas.microsoft.com/office/drawing/2014/main" id="{4800F032-5102-94C2-865C-AE9D448B2744}"/>
              </a:ext>
            </a:extLst>
          </p:cNvPr>
          <p:cNvSpPr txBox="1">
            <a:spLocks/>
          </p:cNvSpPr>
          <p:nvPr/>
        </p:nvSpPr>
        <p:spPr>
          <a:xfrm>
            <a:off x="11194169" y="6215665"/>
            <a:ext cx="458592" cy="365125"/>
          </a:xfrm>
          <a:prstGeom prst="rect">
            <a:avLst/>
          </a:prstGeom>
        </p:spPr>
        <p:txBody>
          <a:bodyPr anchor="ctr"/>
          <a:lstStyle>
            <a:defPPr>
              <a:defRPr lang="zh-CN"/>
            </a:defPPr>
            <a:lvl1pPr marL="0" algn="ctr" defTabSz="914400" rtl="0" eaLnBrk="1" latinLnBrk="0" hangingPunct="1">
              <a:defRPr sz="1200" b="0" i="0" kern="1200">
                <a:solidFill>
                  <a:schemeClr val="tx1"/>
                </a:solidFill>
                <a:latin typeface="Abadi" panose="020B06040201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47FEACEE-25B4-4A2D-B147-27296E36371D}" type="slidenum">
              <a:rPr kumimoji="0" lang="en-US" altLang="zh-CN" sz="1200" u="none" strike="noStrike" kern="1200" cap="none" spc="0" normalizeH="0" baseline="0" smtClean="0">
                <a:ln>
                  <a:noFill/>
                </a:ln>
                <a:solidFill>
                  <a:schemeClr val="bg1"/>
                </a:solidFill>
                <a:effectLst/>
                <a:uLnTx/>
                <a:uFillTx/>
              </a:rPr>
              <a:pPr marL="0" marR="0" lvl="0" indent="0" algn="ctr" defTabSz="914400" rtl="0" eaLnBrk="1" fontAlgn="auto" latinLnBrk="0" hangingPunct="1">
                <a:lnSpc>
                  <a:spcPct val="100000"/>
                </a:lnSpc>
                <a:spcBef>
                  <a:spcPts val="0"/>
                </a:spcBef>
                <a:spcAft>
                  <a:spcPts val="0"/>
                </a:spcAft>
                <a:buClrTx/>
                <a:buSzTx/>
                <a:buFontTx/>
                <a:buNone/>
                <a:tabLst/>
                <a:defRPr/>
              </a:pPr>
              <a:t>6</a:t>
            </a:fld>
            <a:endParaRPr kumimoji="0" lang="en-US" altLang="zh-CN" sz="1200" u="none" strike="noStrike" kern="1200" cap="none" spc="0" normalizeH="0" baseline="0" dirty="0">
              <a:ln>
                <a:noFill/>
              </a:ln>
              <a:solidFill>
                <a:schemeClr val="bg1"/>
              </a:solidFill>
              <a:effectLst/>
              <a:uLnTx/>
              <a:uFillTx/>
            </a:endParaRPr>
          </a:p>
        </p:txBody>
      </p:sp>
      <p:sp>
        <p:nvSpPr>
          <p:cNvPr id="2" name="Slide Number Placeholder 1">
            <a:extLst>
              <a:ext uri="{FF2B5EF4-FFF2-40B4-BE49-F238E27FC236}">
                <a16:creationId xmlns:a16="http://schemas.microsoft.com/office/drawing/2014/main" id="{BB5C5013-A563-C783-9185-9C847D4B4A46}"/>
              </a:ext>
            </a:extLst>
          </p:cNvPr>
          <p:cNvSpPr>
            <a:spLocks noGrp="1"/>
          </p:cNvSpPr>
          <p:nvPr>
            <p:ph type="sldNum" sz="quarter" idx="29"/>
          </p:nvPr>
        </p:nvSpPr>
        <p:spPr/>
        <p:txBody>
          <a:bodyPr/>
          <a:lstStyle/>
          <a:p>
            <a:fld id="{47FEACEE-25B4-4A2D-B147-27296E36371D}" type="slidenum">
              <a:rPr lang="en-US" altLang="zh-CN" noProof="0" smtClean="0"/>
              <a:pPr/>
              <a:t>6</a:t>
            </a:fld>
            <a:endParaRPr lang="en-US" altLang="zh-CN" noProof="0" dirty="0"/>
          </a:p>
        </p:txBody>
      </p:sp>
    </p:spTree>
    <p:extLst>
      <p:ext uri="{BB962C8B-B14F-4D97-AF65-F5344CB8AC3E}">
        <p14:creationId xmlns:p14="http://schemas.microsoft.com/office/powerpoint/2010/main" val="12460212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1D18537-D028-9E9C-FB87-93F24955DFC7}"/>
              </a:ext>
            </a:extLst>
          </p:cNvPr>
          <p:cNvSpPr>
            <a:spLocks noGrp="1"/>
          </p:cNvSpPr>
          <p:nvPr>
            <p:ph type="title"/>
          </p:nvPr>
        </p:nvSpPr>
        <p:spPr>
          <a:xfrm>
            <a:off x="693420" y="899160"/>
            <a:ext cx="3514786" cy="1219200"/>
          </a:xfrm>
        </p:spPr>
        <p:txBody>
          <a:bodyPr anchor="b" anchorCtr="0">
            <a:normAutofit/>
          </a:bodyPr>
          <a:lstStyle/>
          <a:p>
            <a:r>
              <a:rPr lang="en-US" dirty="0" err="1"/>
              <a:t>StreamLit</a:t>
            </a:r>
            <a:r>
              <a:rPr lang="en-US" dirty="0"/>
              <a:t> Interface</a:t>
            </a:r>
          </a:p>
        </p:txBody>
      </p:sp>
      <p:sp>
        <p:nvSpPr>
          <p:cNvPr id="20" name="Text Placeholder 19">
            <a:extLst>
              <a:ext uri="{FF2B5EF4-FFF2-40B4-BE49-F238E27FC236}">
                <a16:creationId xmlns:a16="http://schemas.microsoft.com/office/drawing/2014/main" id="{CC0093B1-77CC-1E61-FB22-E136F94EABD2}"/>
              </a:ext>
            </a:extLst>
          </p:cNvPr>
          <p:cNvSpPr>
            <a:spLocks noGrp="1"/>
          </p:cNvSpPr>
          <p:nvPr>
            <p:ph idx="1"/>
          </p:nvPr>
        </p:nvSpPr>
        <p:spPr>
          <a:xfrm>
            <a:off x="281940" y="2396153"/>
            <a:ext cx="3926266" cy="3364567"/>
          </a:xfrm>
        </p:spPr>
        <p:txBody>
          <a:bodyPr/>
          <a:lstStyle/>
          <a:p>
            <a:r>
              <a:rPr lang="en-US" dirty="0"/>
              <a:t>Platform to query, filter and analyze Traffic Crash Data.</a:t>
            </a:r>
          </a:p>
          <a:p>
            <a:r>
              <a:rPr lang="en-US" dirty="0"/>
              <a:t>Chart Visualization for deeper understanding.</a:t>
            </a:r>
          </a:p>
          <a:p>
            <a:r>
              <a:rPr lang="en-US" dirty="0"/>
              <a:t>Business Insights based on query Data.</a:t>
            </a:r>
          </a:p>
        </p:txBody>
      </p:sp>
      <p:sp>
        <p:nvSpPr>
          <p:cNvPr id="9" name="Slide Number Placeholder 13">
            <a:extLst>
              <a:ext uri="{FF2B5EF4-FFF2-40B4-BE49-F238E27FC236}">
                <a16:creationId xmlns:a16="http://schemas.microsoft.com/office/drawing/2014/main" id="{D246665A-6901-3F62-340A-A95E775ACA48}"/>
              </a:ext>
            </a:extLst>
          </p:cNvPr>
          <p:cNvSpPr txBox="1">
            <a:spLocks/>
          </p:cNvSpPr>
          <p:nvPr/>
        </p:nvSpPr>
        <p:spPr>
          <a:xfrm>
            <a:off x="11194169" y="6215665"/>
            <a:ext cx="458592" cy="365125"/>
          </a:xfrm>
          <a:prstGeom prst="rect">
            <a:avLst/>
          </a:prstGeom>
        </p:spPr>
        <p:txBody>
          <a:bodyPr anchor="ctr"/>
          <a:lstStyle>
            <a:defPPr>
              <a:defRPr lang="zh-CN"/>
            </a:defPPr>
            <a:lvl1pPr marL="0" algn="ctr" defTabSz="914400" rtl="0" eaLnBrk="1" latinLnBrk="0" hangingPunct="1">
              <a:defRPr sz="1200" b="0" i="0" kern="1200">
                <a:solidFill>
                  <a:schemeClr val="tx1"/>
                </a:solidFill>
                <a:latin typeface="Abadi" panose="020B06040201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47FEACEE-25B4-4A2D-B147-27296E36371D}" type="slidenum">
              <a:rPr kumimoji="0" lang="en-US" altLang="zh-CN" sz="1200" u="none" strike="noStrike" kern="1200" cap="none" spc="0" normalizeH="0" baseline="0" smtClean="0">
                <a:ln>
                  <a:noFill/>
                </a:ln>
                <a:solidFill>
                  <a:schemeClr val="bg1"/>
                </a:solidFill>
                <a:effectLst/>
                <a:uLnTx/>
                <a:uFillTx/>
              </a:rPr>
              <a:pPr marL="0" marR="0" lvl="0" indent="0" algn="ctr" defTabSz="914400" rtl="0" eaLnBrk="1" fontAlgn="auto" latinLnBrk="0" hangingPunct="1">
                <a:lnSpc>
                  <a:spcPct val="100000"/>
                </a:lnSpc>
                <a:spcBef>
                  <a:spcPts val="0"/>
                </a:spcBef>
                <a:spcAft>
                  <a:spcPts val="0"/>
                </a:spcAft>
                <a:buClrTx/>
                <a:buSzTx/>
                <a:buFontTx/>
                <a:buNone/>
                <a:tabLst/>
                <a:defRPr/>
              </a:pPr>
              <a:t>7</a:t>
            </a:fld>
            <a:endParaRPr kumimoji="0" lang="en-US" altLang="zh-CN" sz="1200" u="none" strike="noStrike" kern="1200" cap="none" spc="0" normalizeH="0" baseline="0" dirty="0">
              <a:ln>
                <a:noFill/>
              </a:ln>
              <a:solidFill>
                <a:schemeClr val="bg1"/>
              </a:solidFill>
              <a:effectLst/>
              <a:uLnTx/>
              <a:uFillTx/>
            </a:endParaRPr>
          </a:p>
        </p:txBody>
      </p:sp>
      <p:sp>
        <p:nvSpPr>
          <p:cNvPr id="2" name="Slide Number Placeholder 1">
            <a:extLst>
              <a:ext uri="{FF2B5EF4-FFF2-40B4-BE49-F238E27FC236}">
                <a16:creationId xmlns:a16="http://schemas.microsoft.com/office/drawing/2014/main" id="{A26B3DA3-995E-263F-F271-D0DCB60A6118}"/>
              </a:ext>
            </a:extLst>
          </p:cNvPr>
          <p:cNvSpPr>
            <a:spLocks noGrp="1"/>
          </p:cNvSpPr>
          <p:nvPr>
            <p:ph type="sldNum" sz="quarter" idx="53"/>
          </p:nvPr>
        </p:nvSpPr>
        <p:spPr/>
        <p:txBody>
          <a:bodyPr/>
          <a:lstStyle/>
          <a:p>
            <a:fld id="{47FEACEE-25B4-4A2D-B147-27296E36371D}" type="slidenum">
              <a:rPr lang="en-US" altLang="zh-CN" noProof="0" smtClean="0"/>
              <a:pPr/>
              <a:t>7</a:t>
            </a:fld>
            <a:endParaRPr lang="en-US" altLang="zh-CN" noProof="0" dirty="0"/>
          </a:p>
        </p:txBody>
      </p:sp>
      <p:pic>
        <p:nvPicPr>
          <p:cNvPr id="13" name="Picture 12">
            <a:extLst>
              <a:ext uri="{FF2B5EF4-FFF2-40B4-BE49-F238E27FC236}">
                <a16:creationId xmlns:a16="http://schemas.microsoft.com/office/drawing/2014/main" id="{F09FF92B-F0D3-9490-6187-DC3DA75FAC43}"/>
              </a:ext>
            </a:extLst>
          </p:cNvPr>
          <p:cNvPicPr>
            <a:picLocks noChangeAspect="1"/>
          </p:cNvPicPr>
          <p:nvPr/>
        </p:nvPicPr>
        <p:blipFill>
          <a:blip r:embed="rId3"/>
          <a:stretch>
            <a:fillRect/>
          </a:stretch>
        </p:blipFill>
        <p:spPr>
          <a:xfrm>
            <a:off x="4267200" y="1051560"/>
            <a:ext cx="6096000" cy="4503667"/>
          </a:xfrm>
          <a:prstGeom prst="rect">
            <a:avLst/>
          </a:prstGeom>
        </p:spPr>
      </p:pic>
    </p:spTree>
    <p:extLst>
      <p:ext uri="{BB962C8B-B14F-4D97-AF65-F5344CB8AC3E}">
        <p14:creationId xmlns:p14="http://schemas.microsoft.com/office/powerpoint/2010/main" val="775548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 name="Title 59">
            <a:extLst>
              <a:ext uri="{FF2B5EF4-FFF2-40B4-BE49-F238E27FC236}">
                <a16:creationId xmlns:a16="http://schemas.microsoft.com/office/drawing/2014/main" id="{0031CE36-F77D-3964-C169-771DBA49D28A}"/>
              </a:ext>
            </a:extLst>
          </p:cNvPr>
          <p:cNvSpPr>
            <a:spLocks noGrp="1"/>
          </p:cNvSpPr>
          <p:nvPr>
            <p:ph type="title"/>
          </p:nvPr>
        </p:nvSpPr>
        <p:spPr>
          <a:xfrm>
            <a:off x="914400" y="1060704"/>
            <a:ext cx="4953000" cy="592836"/>
          </a:xfrm>
        </p:spPr>
        <p:txBody>
          <a:bodyPr/>
          <a:lstStyle/>
          <a:p>
            <a:r>
              <a:rPr lang="en-US" dirty="0"/>
              <a:t>Crash Data Analysis</a:t>
            </a:r>
          </a:p>
        </p:txBody>
      </p:sp>
      <p:sp>
        <p:nvSpPr>
          <p:cNvPr id="43" name="Text Placeholder 42">
            <a:extLst>
              <a:ext uri="{FF2B5EF4-FFF2-40B4-BE49-F238E27FC236}">
                <a16:creationId xmlns:a16="http://schemas.microsoft.com/office/drawing/2014/main" id="{520E98B6-7B33-8FD4-A662-31DD4B85E22E}"/>
              </a:ext>
            </a:extLst>
          </p:cNvPr>
          <p:cNvSpPr>
            <a:spLocks noGrp="1"/>
          </p:cNvSpPr>
          <p:nvPr>
            <p:ph idx="1"/>
          </p:nvPr>
        </p:nvSpPr>
        <p:spPr>
          <a:xfrm>
            <a:off x="914400" y="1653540"/>
            <a:ext cx="8618220" cy="762000"/>
          </a:xfrm>
        </p:spPr>
        <p:txBody>
          <a:bodyPr>
            <a:normAutofit lnSpcReduction="10000"/>
          </a:bodyPr>
          <a:lstStyle/>
          <a:p>
            <a:r>
              <a:rPr lang="en-US" dirty="0"/>
              <a:t>The Query page serves as the precision engine of the application, empowering users to extract specific, granular information from massive information repositories with absolute speed.</a:t>
            </a:r>
          </a:p>
        </p:txBody>
      </p:sp>
      <p:sp>
        <p:nvSpPr>
          <p:cNvPr id="11" name="Slide Number Placeholder 13">
            <a:extLst>
              <a:ext uri="{FF2B5EF4-FFF2-40B4-BE49-F238E27FC236}">
                <a16:creationId xmlns:a16="http://schemas.microsoft.com/office/drawing/2014/main" id="{930FF33C-2E3C-37EC-75C2-1BE4513D9B62}"/>
              </a:ext>
            </a:extLst>
          </p:cNvPr>
          <p:cNvSpPr txBox="1">
            <a:spLocks/>
          </p:cNvSpPr>
          <p:nvPr/>
        </p:nvSpPr>
        <p:spPr>
          <a:xfrm>
            <a:off x="11194169" y="6215665"/>
            <a:ext cx="458592" cy="365125"/>
          </a:xfrm>
          <a:prstGeom prst="rect">
            <a:avLst/>
          </a:prstGeom>
        </p:spPr>
        <p:txBody>
          <a:bodyPr anchor="ctr"/>
          <a:lstStyle>
            <a:defPPr>
              <a:defRPr lang="zh-CN"/>
            </a:defPPr>
            <a:lvl1pPr marL="0" algn="ctr" defTabSz="914400" rtl="0" eaLnBrk="1" latinLnBrk="0" hangingPunct="1">
              <a:defRPr sz="1200" b="0" i="0" kern="1200">
                <a:solidFill>
                  <a:schemeClr val="tx1"/>
                </a:solidFill>
                <a:latin typeface="Abadi" panose="020B06040201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47FEACEE-25B4-4A2D-B147-27296E36371D}" type="slidenum">
              <a:rPr kumimoji="0" lang="en-US" altLang="zh-CN" sz="1200" u="none" strike="noStrike" kern="1200" cap="none" spc="0" normalizeH="0" baseline="0" smtClean="0">
                <a:ln>
                  <a:noFill/>
                </a:ln>
                <a:solidFill>
                  <a:schemeClr val="bg1"/>
                </a:solidFill>
                <a:effectLst/>
                <a:uLnTx/>
                <a:uFillTx/>
              </a:rPr>
              <a:pPr marL="0" marR="0" lvl="0" indent="0" algn="ctr" defTabSz="914400" rtl="0" eaLnBrk="1" fontAlgn="auto" latinLnBrk="0" hangingPunct="1">
                <a:lnSpc>
                  <a:spcPct val="100000"/>
                </a:lnSpc>
                <a:spcBef>
                  <a:spcPts val="0"/>
                </a:spcBef>
                <a:spcAft>
                  <a:spcPts val="0"/>
                </a:spcAft>
                <a:buClrTx/>
                <a:buSzTx/>
                <a:buFontTx/>
                <a:buNone/>
                <a:tabLst/>
                <a:defRPr/>
              </a:pPr>
              <a:t>8</a:t>
            </a:fld>
            <a:endParaRPr kumimoji="0" lang="en-US" altLang="zh-CN" sz="1200" u="none" strike="noStrike" kern="1200" cap="none" spc="0" normalizeH="0" baseline="0" dirty="0">
              <a:ln>
                <a:noFill/>
              </a:ln>
              <a:solidFill>
                <a:schemeClr val="bg1"/>
              </a:solidFill>
              <a:effectLst/>
              <a:uLnTx/>
              <a:uFillTx/>
            </a:endParaRPr>
          </a:p>
        </p:txBody>
      </p:sp>
      <p:sp>
        <p:nvSpPr>
          <p:cNvPr id="2" name="Slide Number Placeholder 1">
            <a:extLst>
              <a:ext uri="{FF2B5EF4-FFF2-40B4-BE49-F238E27FC236}">
                <a16:creationId xmlns:a16="http://schemas.microsoft.com/office/drawing/2014/main" id="{2222DE72-77CB-CB24-A4D1-2FAC47307AC9}"/>
              </a:ext>
            </a:extLst>
          </p:cNvPr>
          <p:cNvSpPr>
            <a:spLocks noGrp="1"/>
          </p:cNvSpPr>
          <p:nvPr>
            <p:ph type="sldNum" sz="quarter" idx="55"/>
          </p:nvPr>
        </p:nvSpPr>
        <p:spPr/>
        <p:txBody>
          <a:bodyPr/>
          <a:lstStyle/>
          <a:p>
            <a:fld id="{47FEACEE-25B4-4A2D-B147-27296E36371D}" type="slidenum">
              <a:rPr lang="en-US" altLang="zh-CN" noProof="0" smtClean="0"/>
              <a:pPr/>
              <a:t>8</a:t>
            </a:fld>
            <a:endParaRPr lang="en-US" altLang="zh-CN" noProof="0" dirty="0"/>
          </a:p>
        </p:txBody>
      </p:sp>
      <p:pic>
        <p:nvPicPr>
          <p:cNvPr id="4" name="Picture 3">
            <a:extLst>
              <a:ext uri="{FF2B5EF4-FFF2-40B4-BE49-F238E27FC236}">
                <a16:creationId xmlns:a16="http://schemas.microsoft.com/office/drawing/2014/main" id="{B6E1C40C-07E9-C566-232F-247A6B988DBC}"/>
              </a:ext>
            </a:extLst>
          </p:cNvPr>
          <p:cNvPicPr>
            <a:picLocks noChangeAspect="1"/>
          </p:cNvPicPr>
          <p:nvPr/>
        </p:nvPicPr>
        <p:blipFill>
          <a:blip r:embed="rId3"/>
          <a:stretch>
            <a:fillRect/>
          </a:stretch>
        </p:blipFill>
        <p:spPr>
          <a:xfrm>
            <a:off x="914399" y="2722880"/>
            <a:ext cx="5181601" cy="3827762"/>
          </a:xfrm>
          <a:prstGeom prst="rect">
            <a:avLst/>
          </a:prstGeom>
        </p:spPr>
      </p:pic>
      <p:pic>
        <p:nvPicPr>
          <p:cNvPr id="6" name="Picture 5">
            <a:extLst>
              <a:ext uri="{FF2B5EF4-FFF2-40B4-BE49-F238E27FC236}">
                <a16:creationId xmlns:a16="http://schemas.microsoft.com/office/drawing/2014/main" id="{5326EA3C-BED8-2914-4C0A-B9C45F1F943C}"/>
              </a:ext>
            </a:extLst>
          </p:cNvPr>
          <p:cNvPicPr>
            <a:picLocks noChangeAspect="1"/>
          </p:cNvPicPr>
          <p:nvPr/>
        </p:nvPicPr>
        <p:blipFill>
          <a:blip r:embed="rId4"/>
          <a:stretch>
            <a:fillRect/>
          </a:stretch>
        </p:blipFill>
        <p:spPr>
          <a:xfrm>
            <a:off x="6390640" y="2722879"/>
            <a:ext cx="5032825" cy="3827762"/>
          </a:xfrm>
          <a:prstGeom prst="rect">
            <a:avLst/>
          </a:prstGeom>
        </p:spPr>
      </p:pic>
    </p:spTree>
    <p:extLst>
      <p:ext uri="{BB962C8B-B14F-4D97-AF65-F5344CB8AC3E}">
        <p14:creationId xmlns:p14="http://schemas.microsoft.com/office/powerpoint/2010/main" val="41821480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545968-70F7-0180-6448-3547E442EF4A}"/>
              </a:ext>
            </a:extLst>
          </p:cNvPr>
          <p:cNvSpPr>
            <a:spLocks noGrp="1"/>
          </p:cNvSpPr>
          <p:nvPr>
            <p:ph type="title"/>
          </p:nvPr>
        </p:nvSpPr>
        <p:spPr>
          <a:xfrm>
            <a:off x="914400" y="731520"/>
            <a:ext cx="7000240" cy="599440"/>
          </a:xfrm>
          <a:noFill/>
        </p:spPr>
        <p:txBody>
          <a:bodyPr anchor="b" anchorCtr="0">
            <a:noAutofit/>
          </a:bodyPr>
          <a:lstStyle/>
          <a:p>
            <a:r>
              <a:rPr lang="en-US" dirty="0"/>
              <a:t>Crash Data Visualization</a:t>
            </a:r>
          </a:p>
        </p:txBody>
      </p:sp>
      <p:sp>
        <p:nvSpPr>
          <p:cNvPr id="10" name="Content Placeholder 9">
            <a:extLst>
              <a:ext uri="{FF2B5EF4-FFF2-40B4-BE49-F238E27FC236}">
                <a16:creationId xmlns:a16="http://schemas.microsoft.com/office/drawing/2014/main" id="{19DA784D-F56F-1224-707E-9F882C4EB8A1}"/>
              </a:ext>
            </a:extLst>
          </p:cNvPr>
          <p:cNvSpPr>
            <a:spLocks noGrp="1"/>
          </p:cNvSpPr>
          <p:nvPr>
            <p:ph idx="14"/>
          </p:nvPr>
        </p:nvSpPr>
        <p:spPr>
          <a:xfrm>
            <a:off x="914400" y="1412240"/>
            <a:ext cx="10738361" cy="1056640"/>
          </a:xfrm>
        </p:spPr>
        <p:txBody>
          <a:bodyPr>
            <a:normAutofit lnSpcReduction="10000"/>
          </a:bodyPr>
          <a:lstStyle/>
          <a:p>
            <a:pPr marL="0" indent="0">
              <a:buNone/>
            </a:pPr>
            <a:r>
              <a:rPr lang="en-US" dirty="0"/>
              <a:t>The Charts &amp; Visualizations page acts as the operational nerve center of the application, transforming raw, complex data streams into immediate, actionable intelligence. Designed for maximum cognitive clarity, it features a fluid grid of interactive bar charts, granular time-series line graphs, and categorical breakdown rings that let users monitor performance metrics at a glance.</a:t>
            </a:r>
          </a:p>
        </p:txBody>
      </p:sp>
      <p:sp>
        <p:nvSpPr>
          <p:cNvPr id="3" name="Slide Number Placeholder 2">
            <a:extLst>
              <a:ext uri="{FF2B5EF4-FFF2-40B4-BE49-F238E27FC236}">
                <a16:creationId xmlns:a16="http://schemas.microsoft.com/office/drawing/2014/main" id="{ADDFE8A8-4537-F7A1-3BF9-834AEFE3EA1A}"/>
              </a:ext>
            </a:extLst>
          </p:cNvPr>
          <p:cNvSpPr>
            <a:spLocks noGrp="1"/>
          </p:cNvSpPr>
          <p:nvPr>
            <p:ph type="sldNum" sz="quarter" idx="12"/>
          </p:nvPr>
        </p:nvSpPr>
        <p:spPr/>
        <p:txBody>
          <a:bodyPr/>
          <a:lstStyle/>
          <a:p>
            <a:fld id="{CBD12358-51D2-46B3-9BDE-DF29528B9454}" type="slidenum">
              <a:rPr lang="en-US" smtClean="0"/>
              <a:t>9</a:t>
            </a:fld>
            <a:endParaRPr lang="en-US" dirty="0"/>
          </a:p>
        </p:txBody>
      </p:sp>
      <p:pic>
        <p:nvPicPr>
          <p:cNvPr id="15" name="Picture 14">
            <a:extLst>
              <a:ext uri="{FF2B5EF4-FFF2-40B4-BE49-F238E27FC236}">
                <a16:creationId xmlns:a16="http://schemas.microsoft.com/office/drawing/2014/main" id="{4AFE9F77-FA7D-2A98-C4B1-3C267FE09DD5}"/>
              </a:ext>
            </a:extLst>
          </p:cNvPr>
          <p:cNvPicPr>
            <a:picLocks noChangeAspect="1"/>
          </p:cNvPicPr>
          <p:nvPr/>
        </p:nvPicPr>
        <p:blipFill>
          <a:blip r:embed="rId2"/>
          <a:stretch>
            <a:fillRect/>
          </a:stretch>
        </p:blipFill>
        <p:spPr>
          <a:xfrm>
            <a:off x="914400" y="2656946"/>
            <a:ext cx="5341069" cy="3926099"/>
          </a:xfrm>
          <a:prstGeom prst="rect">
            <a:avLst/>
          </a:prstGeom>
        </p:spPr>
      </p:pic>
      <p:pic>
        <p:nvPicPr>
          <p:cNvPr id="17" name="Picture 16">
            <a:extLst>
              <a:ext uri="{FF2B5EF4-FFF2-40B4-BE49-F238E27FC236}">
                <a16:creationId xmlns:a16="http://schemas.microsoft.com/office/drawing/2014/main" id="{27959C98-E43C-CBA4-E526-ED171AFC9143}"/>
              </a:ext>
            </a:extLst>
          </p:cNvPr>
          <p:cNvPicPr>
            <a:picLocks noChangeAspect="1"/>
          </p:cNvPicPr>
          <p:nvPr/>
        </p:nvPicPr>
        <p:blipFill>
          <a:blip r:embed="rId3"/>
          <a:stretch>
            <a:fillRect/>
          </a:stretch>
        </p:blipFill>
        <p:spPr>
          <a:xfrm>
            <a:off x="6573520" y="2656946"/>
            <a:ext cx="5222240" cy="3926099"/>
          </a:xfrm>
          <a:prstGeom prst="rect">
            <a:avLst/>
          </a:prstGeom>
        </p:spPr>
      </p:pic>
    </p:spTree>
    <p:extLst>
      <p:ext uri="{BB962C8B-B14F-4D97-AF65-F5344CB8AC3E}">
        <p14:creationId xmlns:p14="http://schemas.microsoft.com/office/powerpoint/2010/main" val="42599771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721E73BA-53B9-C0C1-476A-00736A64AB79}"/>
              </a:ext>
            </a:extLst>
          </p:cNvPr>
          <p:cNvSpPr>
            <a:spLocks noGrp="1"/>
          </p:cNvSpPr>
          <p:nvPr>
            <p:ph type="title"/>
          </p:nvPr>
        </p:nvSpPr>
        <p:spPr>
          <a:xfrm>
            <a:off x="3465576" y="528320"/>
            <a:ext cx="7955280" cy="985520"/>
          </a:xfrm>
        </p:spPr>
        <p:txBody>
          <a:bodyPr anchor="b" anchorCtr="0"/>
          <a:lstStyle/>
          <a:p>
            <a:r>
              <a:rPr lang="en-US" dirty="0"/>
              <a:t>Business Impact</a:t>
            </a:r>
          </a:p>
        </p:txBody>
      </p:sp>
      <p:sp>
        <p:nvSpPr>
          <p:cNvPr id="14" name="Text Placeholder 13">
            <a:extLst>
              <a:ext uri="{FF2B5EF4-FFF2-40B4-BE49-F238E27FC236}">
                <a16:creationId xmlns:a16="http://schemas.microsoft.com/office/drawing/2014/main" id="{C78180D0-1AB6-8416-0EB1-10648E1A6050}"/>
              </a:ext>
            </a:extLst>
          </p:cNvPr>
          <p:cNvSpPr>
            <a:spLocks noGrp="1"/>
          </p:cNvSpPr>
          <p:nvPr>
            <p:ph idx="14"/>
          </p:nvPr>
        </p:nvSpPr>
        <p:spPr>
          <a:xfrm>
            <a:off x="3465576" y="1960880"/>
            <a:ext cx="7955280" cy="3870960"/>
          </a:xfrm>
        </p:spPr>
        <p:txBody>
          <a:bodyPr>
            <a:normAutofit lnSpcReduction="10000"/>
          </a:bodyPr>
          <a:lstStyle/>
          <a:p>
            <a:pPr marL="0" indent="0">
              <a:buNone/>
            </a:pPr>
            <a:r>
              <a:rPr lang="en-IN" sz="2000" dirty="0"/>
              <a:t>This platform enables stakeholders to:  </a:t>
            </a:r>
          </a:p>
          <a:p>
            <a:r>
              <a:rPr lang="en-IN" sz="2000" dirty="0"/>
              <a:t>​Traffic Authorities: Identify high-risk streets and accident-prone zones.</a:t>
            </a:r>
          </a:p>
          <a:p>
            <a:r>
              <a:rPr lang="en-IN" sz="2000" dirty="0"/>
              <a:t>​Insurance Companies: </a:t>
            </a:r>
            <a:r>
              <a:rPr lang="en-IN" sz="2000" dirty="0" err="1"/>
              <a:t>Analyze</a:t>
            </a:r>
            <a:r>
              <a:rPr lang="en-IN" sz="2000" dirty="0"/>
              <a:t> factors contributing to high-severity crashes.</a:t>
            </a:r>
          </a:p>
          <a:p>
            <a:r>
              <a:rPr lang="en-IN" sz="2000" dirty="0"/>
              <a:t>​Emergency Services: Evaluate response effectiveness using time-based data.</a:t>
            </a:r>
          </a:p>
          <a:p>
            <a:r>
              <a:rPr lang="en-IN" sz="2000" dirty="0"/>
              <a:t>​Urban Planning: Understand the impact of road types and conditions.</a:t>
            </a:r>
          </a:p>
          <a:p>
            <a:r>
              <a:rPr lang="en-IN" sz="2000" dirty="0"/>
              <a:t>​Research &amp; Policy Making: Study crash trends and contributing causes</a:t>
            </a:r>
            <a:r>
              <a:rPr lang="en-IN" dirty="0"/>
              <a:t>.</a:t>
            </a:r>
          </a:p>
        </p:txBody>
      </p:sp>
      <p:sp>
        <p:nvSpPr>
          <p:cNvPr id="2" name="Slide Number Placeholder 1">
            <a:extLst>
              <a:ext uri="{FF2B5EF4-FFF2-40B4-BE49-F238E27FC236}">
                <a16:creationId xmlns:a16="http://schemas.microsoft.com/office/drawing/2014/main" id="{B2E4D147-B48C-ADE3-3FEF-627D467699A2}"/>
              </a:ext>
            </a:extLst>
          </p:cNvPr>
          <p:cNvSpPr>
            <a:spLocks noGrp="1"/>
          </p:cNvSpPr>
          <p:nvPr>
            <p:ph type="sldNum" sz="quarter" idx="40"/>
          </p:nvPr>
        </p:nvSpPr>
        <p:spPr>
          <a:xfrm>
            <a:off x="11194169" y="6217920"/>
            <a:ext cx="458592" cy="365125"/>
          </a:xfrm>
        </p:spPr>
        <p:txBody>
          <a:bodyPr/>
          <a:lstStyle/>
          <a:p>
            <a:fld id="{47FEACEE-25B4-4A2D-B147-27296E36371D}" type="slidenum">
              <a:rPr lang="en-US" altLang="zh-CN" noProof="0" smtClean="0"/>
              <a:pPr/>
              <a:t>10</a:t>
            </a:fld>
            <a:endParaRPr lang="en-US" altLang="zh-CN" noProof="0" dirty="0"/>
          </a:p>
        </p:txBody>
      </p:sp>
      <p:sp>
        <p:nvSpPr>
          <p:cNvPr id="15" name="Slide Number Placeholder 13">
            <a:extLst>
              <a:ext uri="{FF2B5EF4-FFF2-40B4-BE49-F238E27FC236}">
                <a16:creationId xmlns:a16="http://schemas.microsoft.com/office/drawing/2014/main" id="{55AB7753-4245-72E4-BEDB-33038672BA35}"/>
              </a:ext>
            </a:extLst>
          </p:cNvPr>
          <p:cNvSpPr txBox="1">
            <a:spLocks/>
          </p:cNvSpPr>
          <p:nvPr/>
        </p:nvSpPr>
        <p:spPr>
          <a:xfrm>
            <a:off x="11194169" y="6215665"/>
            <a:ext cx="458592" cy="365125"/>
          </a:xfrm>
          <a:prstGeom prst="rect">
            <a:avLst/>
          </a:prstGeom>
        </p:spPr>
        <p:txBody>
          <a:bodyPr anchor="ctr"/>
          <a:lstStyle>
            <a:defPPr>
              <a:defRPr lang="zh-CN"/>
            </a:defPPr>
            <a:lvl1pPr marL="0" algn="ctr" defTabSz="914400" rtl="0" eaLnBrk="1" latinLnBrk="0" hangingPunct="1">
              <a:defRPr sz="1200" b="0" i="0" kern="1200">
                <a:solidFill>
                  <a:schemeClr val="tx1"/>
                </a:solidFill>
                <a:latin typeface="Abadi" panose="020B06040201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47FEACEE-25B4-4A2D-B147-27296E36371D}" type="slidenum">
              <a:rPr kumimoji="0" lang="en-US" altLang="zh-CN" sz="1200" u="none" strike="noStrike" kern="1200" cap="none" spc="0" normalizeH="0" baseline="0" smtClean="0">
                <a:ln>
                  <a:noFill/>
                </a:ln>
                <a:solidFill>
                  <a:schemeClr val="bg1"/>
                </a:solidFill>
                <a:effectLst/>
                <a:uLnTx/>
                <a:uFillTx/>
              </a:rPr>
              <a:pPr marL="0" marR="0" lvl="0" indent="0" algn="ctr" defTabSz="914400" rtl="0" eaLnBrk="1" fontAlgn="auto" latinLnBrk="0" hangingPunct="1">
                <a:lnSpc>
                  <a:spcPct val="100000"/>
                </a:lnSpc>
                <a:spcBef>
                  <a:spcPts val="0"/>
                </a:spcBef>
                <a:spcAft>
                  <a:spcPts val="0"/>
                </a:spcAft>
                <a:buClrTx/>
                <a:buSzTx/>
                <a:buFontTx/>
                <a:buNone/>
                <a:tabLst/>
                <a:defRPr/>
              </a:pPr>
              <a:t>10</a:t>
            </a:fld>
            <a:endParaRPr kumimoji="0" lang="en-US" altLang="zh-CN" sz="1200" u="none" strike="noStrike" kern="1200" cap="none" spc="0" normalizeH="0" baseline="0" dirty="0">
              <a:ln>
                <a:noFill/>
              </a:ln>
              <a:solidFill>
                <a:schemeClr val="bg1"/>
              </a:solidFill>
              <a:effectLst/>
              <a:uLnTx/>
              <a:uFillTx/>
            </a:endParaRPr>
          </a:p>
        </p:txBody>
      </p:sp>
    </p:spTree>
    <p:extLst>
      <p:ext uri="{BB962C8B-B14F-4D97-AF65-F5344CB8AC3E}">
        <p14:creationId xmlns:p14="http://schemas.microsoft.com/office/powerpoint/2010/main" val="25197270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itle 23">
            <a:extLst>
              <a:ext uri="{FF2B5EF4-FFF2-40B4-BE49-F238E27FC236}">
                <a16:creationId xmlns:a16="http://schemas.microsoft.com/office/drawing/2014/main" id="{AD2C8D04-263D-9589-1CFF-A5968D7C33D7}"/>
              </a:ext>
            </a:extLst>
          </p:cNvPr>
          <p:cNvSpPr>
            <a:spLocks noGrp="1"/>
          </p:cNvSpPr>
          <p:nvPr>
            <p:ph type="title"/>
          </p:nvPr>
        </p:nvSpPr>
        <p:spPr>
          <a:xfrm>
            <a:off x="6035040" y="731520"/>
            <a:ext cx="5394960" cy="2103120"/>
          </a:xfrm>
        </p:spPr>
        <p:txBody>
          <a:bodyPr/>
          <a:lstStyle/>
          <a:p>
            <a:r>
              <a:rPr lang="en-US" dirty="0"/>
              <a:t>Thank you</a:t>
            </a:r>
          </a:p>
        </p:txBody>
      </p:sp>
      <p:sp>
        <p:nvSpPr>
          <p:cNvPr id="25" name="Text Placeholder 24">
            <a:extLst>
              <a:ext uri="{FF2B5EF4-FFF2-40B4-BE49-F238E27FC236}">
                <a16:creationId xmlns:a16="http://schemas.microsoft.com/office/drawing/2014/main" id="{B993E4D5-4AD0-4740-096D-6822944C8FF6}"/>
              </a:ext>
            </a:extLst>
          </p:cNvPr>
          <p:cNvSpPr>
            <a:spLocks noGrp="1"/>
          </p:cNvSpPr>
          <p:nvPr>
            <p:ph type="body" sz="quarter" idx="27"/>
          </p:nvPr>
        </p:nvSpPr>
        <p:spPr>
          <a:xfrm>
            <a:off x="6035040" y="3108960"/>
            <a:ext cx="3769360" cy="2103120"/>
          </a:xfrm>
        </p:spPr>
        <p:txBody>
          <a:bodyPr>
            <a:normAutofit/>
          </a:bodyPr>
          <a:lstStyle/>
          <a:p>
            <a:r>
              <a:rPr lang="en-US" sz="2400" dirty="0"/>
              <a:t>Shruti Kinalekar</a:t>
            </a:r>
          </a:p>
          <a:p>
            <a:pPr lvl="0"/>
            <a:r>
              <a:rPr lang="en-US" dirty="0"/>
              <a:t>Email : shrutimk1306@gmail.com</a:t>
            </a:r>
          </a:p>
          <a:p>
            <a:r>
              <a:rPr lang="en-US" dirty="0" err="1"/>
              <a:t>Github</a:t>
            </a:r>
            <a:r>
              <a:rPr lang="en-US" dirty="0"/>
              <a:t> : </a:t>
            </a:r>
            <a:r>
              <a:rPr lang="en-US" dirty="0" err="1"/>
              <a:t>ShrutiKinalekar</a:t>
            </a:r>
            <a:r>
              <a:rPr lang="en-US" dirty="0"/>
              <a:t>/Traffic_Crash_Analysis_Python_MySQL_Streamlit</a:t>
            </a:r>
          </a:p>
        </p:txBody>
      </p:sp>
    </p:spTree>
    <p:extLst>
      <p:ext uri="{BB962C8B-B14F-4D97-AF65-F5344CB8AC3E}">
        <p14:creationId xmlns:p14="http://schemas.microsoft.com/office/powerpoint/2010/main" val="529279411"/>
      </p:ext>
    </p:extLst>
  </p:cSld>
  <p:clrMapOvr>
    <a:masterClrMapping/>
  </p:clrMapOvr>
</p:sld>
</file>

<file path=ppt/theme/theme1.xml><?xml version="1.0" encoding="utf-8"?>
<a:theme xmlns:a="http://schemas.openxmlformats.org/drawingml/2006/main" name="Custom">
  <a:themeElements>
    <a:clrScheme name="Custom 7">
      <a:dk1>
        <a:srgbClr val="000000"/>
      </a:dk1>
      <a:lt1>
        <a:srgbClr val="FFFFFF"/>
      </a:lt1>
      <a:dk2>
        <a:srgbClr val="0F253E"/>
      </a:dk2>
      <a:lt2>
        <a:srgbClr val="E7E6E6"/>
      </a:lt2>
      <a:accent1>
        <a:srgbClr val="4472C4"/>
      </a:accent1>
      <a:accent2>
        <a:srgbClr val="B83903"/>
      </a:accent2>
      <a:accent3>
        <a:srgbClr val="75262A"/>
      </a:accent3>
      <a:accent4>
        <a:srgbClr val="F79320"/>
      </a:accent4>
      <a:accent5>
        <a:srgbClr val="44668D"/>
      </a:accent5>
      <a:accent6>
        <a:srgbClr val="0F253E"/>
      </a:accent6>
      <a:hlink>
        <a:srgbClr val="AEC0D9"/>
      </a:hlink>
      <a:folHlink>
        <a:srgbClr val="B83903"/>
      </a:folHlink>
    </a:clrScheme>
    <a:fontScheme name="Custom 16">
      <a:majorFont>
        <a:latin typeface="Posterama"/>
        <a:ea typeface=""/>
        <a:cs typeface=""/>
      </a:majorFont>
      <a:minorFont>
        <a:latin typeface="Abad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a:lstStyle>
        <a:defPPr marL="0" indent="0" algn="ctr">
          <a:lnSpc>
            <a:spcPct val="100000"/>
          </a:lnSpc>
          <a:spcBef>
            <a:spcPts val="0"/>
          </a:spcBef>
          <a:buFontTx/>
          <a:buNone/>
          <a:defRPr sz="1800" smtClean="0">
            <a:solidFill>
              <a:prstClr val="white"/>
            </a:solidFill>
            <a:latin typeface="Posterama" panose="020B0504020200020000" pitchFamily="34" charset="0"/>
            <a:ea typeface="微软雅黑"/>
            <a:cs typeface="Posterama" panose="020B0504020200020000" pitchFamily="34" charset="0"/>
          </a:defRPr>
        </a:defPPr>
      </a:lstStyle>
    </a:txDef>
  </a:objectDefaults>
  <a:extraClrSchemeLst/>
  <a:extLst>
    <a:ext uri="{05A4C25C-085E-4340-85A3-A5531E510DB2}">
      <thm15:themeFamily xmlns:thm15="http://schemas.microsoft.com/office/thememl/2012/main" name="TM9027928_win32_EF_v4" id="{FA821E7E-D625-4DCD-A30E-3216B54C8383}" vid="{DE28BE6C-8054-44B2-A92D-A1CAFC256BDB}"/>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79897CAE-455D-42C9-A951-0C21BC12254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B0009351-EDD4-484E-ACD6-D50CCB137637}">
  <ds:schemaRefs>
    <ds:schemaRef ds:uri="http://schemas.microsoft.com/sharepoint/v3/contenttype/forms"/>
  </ds:schemaRefs>
</ds:datastoreItem>
</file>

<file path=customXml/itemProps3.xml><?xml version="1.0" encoding="utf-8"?>
<ds:datastoreItem xmlns:ds="http://schemas.openxmlformats.org/officeDocument/2006/customXml" ds:itemID="{C8DB3C62-858A-4A01-AFEF-21E0BB8CE262}">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Hexagon presentation dark</Template>
  <TotalTime>231</TotalTime>
  <Words>495</Words>
  <Application>Microsoft Office PowerPoint</Application>
  <PresentationFormat>Widescreen</PresentationFormat>
  <Paragraphs>78</Paragraphs>
  <Slides>11</Slides>
  <Notes>6</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11</vt:i4>
      </vt:variant>
    </vt:vector>
  </HeadingPairs>
  <TitlesOfParts>
    <vt:vector size="20" baseType="lpstr">
      <vt:lpstr>等线</vt:lpstr>
      <vt:lpstr>Abadi</vt:lpstr>
      <vt:lpstr>Arial</vt:lpstr>
      <vt:lpstr>Arial Rounded MT Bold</vt:lpstr>
      <vt:lpstr>Calibri</vt:lpstr>
      <vt:lpstr>Lucida Bright</vt:lpstr>
      <vt:lpstr>Posterama</vt:lpstr>
      <vt:lpstr>Posterama Text SemiBold</vt:lpstr>
      <vt:lpstr>Custom</vt:lpstr>
      <vt:lpstr>Traffic Crash Analytics &amp; Safety Intelligence Platform</vt:lpstr>
      <vt:lpstr>Objective </vt:lpstr>
      <vt:lpstr>Data Description </vt:lpstr>
      <vt:lpstr>Problem Statement</vt:lpstr>
      <vt:lpstr>Key Features</vt:lpstr>
      <vt:lpstr>Steps Followed</vt:lpstr>
      <vt:lpstr>StreamLit Interface</vt:lpstr>
      <vt:lpstr>Crash Data Analysis</vt:lpstr>
      <vt:lpstr>Crash Data Visualization</vt:lpstr>
      <vt:lpstr>Business Impact</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Mohit Kinalekar</dc:creator>
  <cp:lastModifiedBy>Mohit Kinalekar</cp:lastModifiedBy>
  <cp:revision>3</cp:revision>
  <dcterms:created xsi:type="dcterms:W3CDTF">2026-05-25T13:53:15Z</dcterms:created>
  <dcterms:modified xsi:type="dcterms:W3CDTF">2026-05-26T12:06:16Z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